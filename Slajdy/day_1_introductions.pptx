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Shape 74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42" name="Shape 74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r i data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Autor i data</a:t>
            </a:r>
          </a:p>
        </p:txBody>
      </p:sp>
      <p:sp>
        <p:nvSpPr>
          <p:cNvPr id="12" name="Tytuł prezentacji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Tytuł prezentacji</a:t>
            </a:r>
          </a:p>
        </p:txBody>
      </p:sp>
      <p:sp>
        <p:nvSpPr>
          <p:cNvPr id="13" name="Treść - poziom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Podtytuł prezentacji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ytuł i zdję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wokado i limonki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Tytuł prezentacji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Tytuł prezentacji</a:t>
            </a:r>
          </a:p>
        </p:txBody>
      </p:sp>
      <p:sp>
        <p:nvSpPr>
          <p:cNvPr id="23" name="Autor i data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Autor i data</a:t>
            </a:r>
          </a:p>
        </p:txBody>
      </p:sp>
      <p:sp>
        <p:nvSpPr>
          <p:cNvPr id="24" name="Treść - poziom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Podtytuł prezentacji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ytuł i zdjęcie (zamienn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Miska z ciasteczkami z łososia, sałatką i hummusem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Tytuł slajdu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Tytuł slajdu</a:t>
            </a:r>
          </a:p>
        </p:txBody>
      </p:sp>
      <p:sp>
        <p:nvSpPr>
          <p:cNvPr id="34" name="Treść - poziom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Podtytuł slajdu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Numer slajdu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ytuł i punk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ytuł slajdu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Tytuł slajdu</a:t>
            </a:r>
          </a:p>
        </p:txBody>
      </p:sp>
      <p:sp>
        <p:nvSpPr>
          <p:cNvPr id="43" name="Podtytuł slajdu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Podtytuł slajdu</a:t>
            </a:r>
          </a:p>
        </p:txBody>
      </p:sp>
      <p:sp>
        <p:nvSpPr>
          <p:cNvPr id="44" name="Treść - poziom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Tekst punktora na slajdzie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unk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reść - poziom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Tekst punktora na slajdzie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ytuł i punktory ze zdjęci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odtytuł slajdu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Podtytuł slajdu</a:t>
            </a:r>
          </a:p>
        </p:txBody>
      </p:sp>
      <p:sp>
        <p:nvSpPr>
          <p:cNvPr id="61" name="Treść - poziom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Tekst punktora na slajdzie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Miska z makaronem pappardelle, masłem pietruszkowym, prażonymi orzechami oraz tartym parmezanem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Tytuł slajdu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Tytuł slajdu</a:t>
            </a:r>
          </a:p>
        </p:txBody>
      </p:sp>
      <p:sp>
        <p:nvSpPr>
          <p:cNvPr id="64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ytuł, punktory, małe wideo na ży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odtytuł slajdu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Podtytuł slajdu</a:t>
            </a:r>
          </a:p>
        </p:txBody>
      </p:sp>
      <p:sp>
        <p:nvSpPr>
          <p:cNvPr id="72" name="Treść - poziom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Tekst punktora na slajdzie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Tytuł slajdu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Tytuł slajdu</a:t>
            </a:r>
          </a:p>
        </p:txBody>
      </p:sp>
      <p:sp>
        <p:nvSpPr>
          <p:cNvPr id="74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ytuł, punktory, duże wideo na ży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odtytuł slajdu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Podtytuł slajdu</a:t>
            </a:r>
          </a:p>
        </p:txBody>
      </p:sp>
      <p:sp>
        <p:nvSpPr>
          <p:cNvPr id="82" name="Treść - poziom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Tekst punktora na slajdzie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Tytuł slajdu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Tytuł slajdu</a:t>
            </a:r>
          </a:p>
        </p:txBody>
      </p:sp>
      <p:sp>
        <p:nvSpPr>
          <p:cNvPr id="84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kc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ytuł sekcji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Tytuł sekcji</a:t>
            </a:r>
          </a:p>
        </p:txBody>
      </p:sp>
      <p:sp>
        <p:nvSpPr>
          <p:cNvPr id="92" name="Numer slajdu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ytuł slajdu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Tytuł slajdu</a:t>
            </a:r>
          </a:p>
        </p:txBody>
      </p:sp>
      <p:sp>
        <p:nvSpPr>
          <p:cNvPr id="100" name="Podtytuł slajdu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Podtytuł slajdu</a:t>
            </a:r>
          </a:p>
        </p:txBody>
      </p:sp>
      <p:sp>
        <p:nvSpPr>
          <p:cNvPr id="101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ro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ytuł programu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Tytuł programu</a:t>
            </a:r>
          </a:p>
        </p:txBody>
      </p:sp>
      <p:sp>
        <p:nvSpPr>
          <p:cNvPr id="109" name="Podtytuł programu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Podtytuł programu</a:t>
            </a:r>
          </a:p>
        </p:txBody>
      </p:sp>
      <p:sp>
        <p:nvSpPr>
          <p:cNvPr id="110" name="Treść - poziom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Tematy programu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świadcze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reść - poziom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Oświadczenie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Ważny f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reść - poziom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Informacje dotyczące faktu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Informacje dotyczące faktu</a:t>
            </a:r>
          </a:p>
        </p:txBody>
      </p:sp>
      <p:sp>
        <p:nvSpPr>
          <p:cNvPr id="128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y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Uznanie autorstwa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Uznanie autorstwa</a:t>
            </a:r>
          </a:p>
        </p:txBody>
      </p:sp>
      <p:sp>
        <p:nvSpPr>
          <p:cNvPr id="136" name="Treść - poziom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„Cytat godny uwagi”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Zdjęcie (3 sztuki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Miska sałatki ze smażonym ryżem, gotowanymi jajkami i pałeczkami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Miska z ciasteczkami z łososia, sałatką i hummusem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Miska z makaronem pappardelle, masłem pietruszkowym, prażonymi orzechami oraz tartym parmezanem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Zdję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miska sałatki ze smażonym ryżem, gotowanymi jajkami i pałeczkami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ekst tytułowy"/>
          <p:cNvSpPr txBox="1"/>
          <p:nvPr>
            <p:ph type="title"/>
          </p:nvPr>
        </p:nvSpPr>
        <p:spPr>
          <a:xfrm>
            <a:off x="831221" y="1985533"/>
            <a:ext cx="22721601" cy="5473601"/>
          </a:xfrm>
          <a:prstGeom prst="rect">
            <a:avLst/>
          </a:prstGeom>
        </p:spPr>
        <p:txBody>
          <a:bodyPr lIns="243799" tIns="243799" rIns="243799" bIns="243799" anchor="b"/>
          <a:lstStyle>
            <a:lvl1pPr algn="ctr" defTabSz="2438400">
              <a:lnSpc>
                <a:spcPct val="100000"/>
              </a:lnSpc>
              <a:defRPr b="0" spc="0" sz="138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1pPr>
          </a:lstStyle>
          <a:p>
            <a:pPr/>
            <a:r>
              <a:t>Tekst tytułowy</a:t>
            </a:r>
          </a:p>
        </p:txBody>
      </p:sp>
      <p:sp>
        <p:nvSpPr>
          <p:cNvPr id="170" name="Treść - poziom 1…"/>
          <p:cNvSpPr txBox="1"/>
          <p:nvPr>
            <p:ph type="body" sz="quarter" idx="1"/>
          </p:nvPr>
        </p:nvSpPr>
        <p:spPr>
          <a:xfrm>
            <a:off x="831199" y="7557666"/>
            <a:ext cx="22721602" cy="2113601"/>
          </a:xfrm>
          <a:prstGeom prst="rect">
            <a:avLst/>
          </a:prstGeom>
        </p:spPr>
        <p:txBody>
          <a:bodyPr lIns="243799" tIns="243799" rIns="243799" bIns="243799"/>
          <a:lstStyle>
            <a:lvl1pPr marL="1016000" indent="-939800" algn="ctr" defTabSz="2438400">
              <a:lnSpc>
                <a:spcPct val="100000"/>
              </a:lnSpc>
              <a:spcBef>
                <a:spcPts val="1600"/>
              </a:spcBef>
              <a:buSzTx/>
              <a:buNone/>
              <a:defRPr sz="7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1016000" indent="-482600" algn="ctr" defTabSz="2438400">
              <a:lnSpc>
                <a:spcPct val="100000"/>
              </a:lnSpc>
              <a:spcBef>
                <a:spcPts val="1600"/>
              </a:spcBef>
              <a:buSzTx/>
              <a:buNone/>
              <a:defRPr sz="7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016000" indent="-25400" algn="ctr" defTabSz="2438400">
              <a:lnSpc>
                <a:spcPct val="100000"/>
              </a:lnSpc>
              <a:spcBef>
                <a:spcPts val="1600"/>
              </a:spcBef>
              <a:buSzTx/>
              <a:buNone/>
              <a:defRPr sz="7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016000" indent="431800" algn="ctr" defTabSz="2438400">
              <a:lnSpc>
                <a:spcPct val="100000"/>
              </a:lnSpc>
              <a:spcBef>
                <a:spcPts val="1600"/>
              </a:spcBef>
              <a:buSzTx/>
              <a:buNone/>
              <a:defRPr sz="7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1016000" indent="889000" algn="ctr" defTabSz="2438400">
              <a:lnSpc>
                <a:spcPct val="100000"/>
              </a:lnSpc>
              <a:spcBef>
                <a:spcPts val="1600"/>
              </a:spcBef>
              <a:buSzTx/>
              <a:buNone/>
              <a:defRPr sz="7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</a:lstStyle>
          <a:p>
            <a:pPr/>
            <a:r>
              <a:t>Treść - poziom 1</a:t>
            </a:r>
          </a:p>
          <a:p>
            <a:pPr lvl="1"/>
            <a:r>
              <a:t>Treść - poziom 2</a:t>
            </a:r>
          </a:p>
          <a:p>
            <a:pPr lvl="2"/>
            <a:r>
              <a:t>Treść - poziom 3</a:t>
            </a:r>
          </a:p>
          <a:p>
            <a:pPr lvl="3"/>
            <a:r>
              <a:t>Treść - poziom 4</a:t>
            </a:r>
          </a:p>
          <a:p>
            <a:pPr lvl="4"/>
            <a:r>
              <a:t>Treść - poziom 5</a:t>
            </a:r>
          </a:p>
        </p:txBody>
      </p:sp>
      <p:sp>
        <p:nvSpPr>
          <p:cNvPr id="171" name="Numer slajdu"/>
          <p:cNvSpPr txBox="1"/>
          <p:nvPr>
            <p:ph type="sldNum" sz="quarter" idx="2"/>
          </p:nvPr>
        </p:nvSpPr>
        <p:spPr>
          <a:xfrm>
            <a:off x="22593222" y="12474945"/>
            <a:ext cx="952342" cy="970201"/>
          </a:xfrm>
          <a:prstGeom prst="rect">
            <a:avLst/>
          </a:prstGeom>
        </p:spPr>
        <p:txBody>
          <a:bodyPr lIns="243799" tIns="243799" rIns="243799" bIns="243799" anchor="ctr"/>
          <a:lstStyle>
            <a:lvl1pPr algn="l" defTabSz="2438400">
              <a:defRPr sz="32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kst tytułowy"/>
          <p:cNvSpPr txBox="1"/>
          <p:nvPr>
            <p:ph type="title"/>
          </p:nvPr>
        </p:nvSpPr>
        <p:spPr>
          <a:xfrm>
            <a:off x="1915466" y="1971666"/>
            <a:ext cx="18029601" cy="2286401"/>
          </a:xfrm>
          <a:prstGeom prst="rect">
            <a:avLst/>
          </a:prstGeom>
        </p:spPr>
        <p:txBody>
          <a:bodyPr lIns="243799" tIns="243799" rIns="243799" bIns="243799" anchor="b"/>
          <a:lstStyle>
            <a:lvl1pPr defTabSz="2438400">
              <a:lnSpc>
                <a:spcPct val="100000"/>
              </a:lnSpc>
              <a:defRPr b="0" spc="0" sz="9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1pPr>
          </a:lstStyle>
          <a:p>
            <a:pPr/>
            <a:r>
              <a:t>Tekst tytułowy</a:t>
            </a:r>
          </a:p>
        </p:txBody>
      </p:sp>
      <p:sp>
        <p:nvSpPr>
          <p:cNvPr id="179" name="Treść - poziom 1…"/>
          <p:cNvSpPr txBox="1"/>
          <p:nvPr>
            <p:ph type="body" idx="1"/>
          </p:nvPr>
        </p:nvSpPr>
        <p:spPr>
          <a:xfrm>
            <a:off x="1915466" y="4622800"/>
            <a:ext cx="18029601" cy="7948001"/>
          </a:xfrm>
          <a:prstGeom prst="rect">
            <a:avLst/>
          </a:prstGeom>
        </p:spPr>
        <p:txBody>
          <a:bodyPr lIns="243799" tIns="243799" rIns="243799" bIns="243799"/>
          <a:lstStyle>
            <a:lvl1pPr marL="1092200" indent="-1016000" defTabSz="2438400">
              <a:lnSpc>
                <a:spcPct val="100000"/>
              </a:lnSpc>
              <a:spcBef>
                <a:spcPts val="1600"/>
              </a:spcBef>
              <a:buClr>
                <a:srgbClr val="D3EBD5"/>
              </a:buClr>
              <a:buSzPts val="6400"/>
              <a:buFont typeface="Helvetica"/>
              <a:buChar char="▪"/>
              <a:defRPr sz="6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1549400" indent="-1016000" defTabSz="2438400">
              <a:lnSpc>
                <a:spcPct val="100000"/>
              </a:lnSpc>
              <a:spcBef>
                <a:spcPts val="1600"/>
              </a:spcBef>
              <a:buClr>
                <a:srgbClr val="D3EBD5"/>
              </a:buClr>
              <a:buSzPts val="6400"/>
              <a:buFont typeface="Helvetica"/>
              <a:buChar char="▫"/>
              <a:defRPr sz="6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2006600" indent="-1016000" defTabSz="2438400">
              <a:lnSpc>
                <a:spcPct val="100000"/>
              </a:lnSpc>
              <a:spcBef>
                <a:spcPts val="1600"/>
              </a:spcBef>
              <a:buClr>
                <a:srgbClr val="D3EBD5"/>
              </a:buClr>
              <a:buSzPts val="6400"/>
              <a:buFont typeface="Helvetica"/>
              <a:buChar char="▫"/>
              <a:defRPr sz="6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2463800" indent="-1016000" defTabSz="2438400">
              <a:lnSpc>
                <a:spcPct val="100000"/>
              </a:lnSpc>
              <a:spcBef>
                <a:spcPts val="1600"/>
              </a:spcBef>
              <a:buClr>
                <a:srgbClr val="D3EBD5"/>
              </a:buClr>
              <a:buSzPts val="6400"/>
              <a:buFont typeface="Helvetica"/>
              <a:buChar char="▫"/>
              <a:defRPr sz="6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921000" indent="-1016000" defTabSz="2438400">
              <a:lnSpc>
                <a:spcPct val="100000"/>
              </a:lnSpc>
              <a:spcBef>
                <a:spcPts val="1600"/>
              </a:spcBef>
              <a:buClr>
                <a:srgbClr val="D3EBD5"/>
              </a:buClr>
              <a:buSzPts val="6400"/>
              <a:buFont typeface="Helvetica"/>
              <a:buChar char="▫"/>
              <a:defRPr sz="6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</a:lstStyle>
          <a:p>
            <a:pPr/>
            <a:r>
              <a:t>Treść - poziom 1</a:t>
            </a:r>
          </a:p>
          <a:p>
            <a:pPr lvl="1"/>
            <a:r>
              <a:t>Treść - poziom 2</a:t>
            </a:r>
          </a:p>
          <a:p>
            <a:pPr lvl="2"/>
            <a:r>
              <a:t>Treść - poziom 3</a:t>
            </a:r>
          </a:p>
          <a:p>
            <a:pPr lvl="3"/>
            <a:r>
              <a:t>Treść - poziom 4</a:t>
            </a:r>
          </a:p>
          <a:p>
            <a:pPr lvl="4"/>
            <a:r>
              <a:t>Treść - poziom 5</a:t>
            </a:r>
          </a:p>
        </p:txBody>
      </p:sp>
      <p:grpSp>
        <p:nvGrpSpPr>
          <p:cNvPr id="237" name="Google Shape;1566;p5"/>
          <p:cNvGrpSpPr/>
          <p:nvPr/>
        </p:nvGrpSpPr>
        <p:grpSpPr>
          <a:xfrm>
            <a:off x="23603965" y="76551"/>
            <a:ext cx="703968" cy="13563474"/>
            <a:chOff x="0" y="0"/>
            <a:chExt cx="703967" cy="13563473"/>
          </a:xfrm>
        </p:grpSpPr>
        <p:sp>
          <p:nvSpPr>
            <p:cNvPr id="180" name="Google Shape;1567;p5"/>
            <p:cNvSpPr/>
            <p:nvPr/>
          </p:nvSpPr>
          <p:spPr>
            <a:xfrm rot="10800000">
              <a:off x="389719" y="13249225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81" name="Google Shape;1568;p5"/>
            <p:cNvSpPr/>
            <p:nvPr/>
          </p:nvSpPr>
          <p:spPr>
            <a:xfrm rot="10800000">
              <a:off x="389719" y="12859504"/>
              <a:ext cx="314249" cy="314314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82" name="Google Shape;1569;p5"/>
            <p:cNvSpPr/>
            <p:nvPr/>
          </p:nvSpPr>
          <p:spPr>
            <a:xfrm rot="10800000">
              <a:off x="389719" y="12469851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83" name="Google Shape;1570;p5"/>
            <p:cNvSpPr/>
            <p:nvPr/>
          </p:nvSpPr>
          <p:spPr>
            <a:xfrm rot="10800000">
              <a:off x="389719" y="12080195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84" name="Google Shape;1571;p5"/>
            <p:cNvSpPr/>
            <p:nvPr/>
          </p:nvSpPr>
          <p:spPr>
            <a:xfrm rot="10800000">
              <a:off x="389719" y="11690477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85" name="Google Shape;1572;p5"/>
            <p:cNvSpPr/>
            <p:nvPr/>
          </p:nvSpPr>
          <p:spPr>
            <a:xfrm rot="10800000">
              <a:off x="389719" y="11300822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86" name="Google Shape;1573;p5"/>
            <p:cNvSpPr/>
            <p:nvPr/>
          </p:nvSpPr>
          <p:spPr>
            <a:xfrm rot="10800000">
              <a:off x="389719" y="10911102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87" name="Google Shape;1574;p5"/>
            <p:cNvSpPr/>
            <p:nvPr/>
          </p:nvSpPr>
          <p:spPr>
            <a:xfrm rot="10800000">
              <a:off x="389719" y="10521449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88" name="Google Shape;1575;p5"/>
            <p:cNvSpPr/>
            <p:nvPr/>
          </p:nvSpPr>
          <p:spPr>
            <a:xfrm rot="10800000">
              <a:off x="389719" y="10131728"/>
              <a:ext cx="314249" cy="314314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89" name="Google Shape;1576;p5"/>
            <p:cNvSpPr/>
            <p:nvPr/>
          </p:nvSpPr>
          <p:spPr>
            <a:xfrm rot="10800000">
              <a:off x="389719" y="9742075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90" name="Google Shape;1577;p5"/>
            <p:cNvSpPr/>
            <p:nvPr/>
          </p:nvSpPr>
          <p:spPr>
            <a:xfrm rot="10800000">
              <a:off x="389719" y="9352355"/>
              <a:ext cx="314249" cy="314314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91" name="Google Shape;1578;p5"/>
            <p:cNvSpPr/>
            <p:nvPr/>
          </p:nvSpPr>
          <p:spPr>
            <a:xfrm rot="10800000">
              <a:off x="389719" y="8962700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92" name="Google Shape;1579;p5"/>
            <p:cNvSpPr/>
            <p:nvPr/>
          </p:nvSpPr>
          <p:spPr>
            <a:xfrm rot="10800000">
              <a:off x="389719" y="8573046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93" name="Google Shape;1580;p5"/>
            <p:cNvSpPr/>
            <p:nvPr/>
          </p:nvSpPr>
          <p:spPr>
            <a:xfrm rot="10800000">
              <a:off x="389719" y="8183327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94" name="Google Shape;1581;p5"/>
            <p:cNvSpPr/>
            <p:nvPr/>
          </p:nvSpPr>
          <p:spPr>
            <a:xfrm rot="10800000">
              <a:off x="389719" y="7793673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95" name="Google Shape;1582;p5"/>
            <p:cNvSpPr/>
            <p:nvPr/>
          </p:nvSpPr>
          <p:spPr>
            <a:xfrm rot="10800000">
              <a:off x="389719" y="7403953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96" name="Google Shape;1583;p5"/>
            <p:cNvSpPr/>
            <p:nvPr/>
          </p:nvSpPr>
          <p:spPr>
            <a:xfrm rot="10800000">
              <a:off x="389719" y="7014298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97" name="Google Shape;1584;p5"/>
            <p:cNvSpPr/>
            <p:nvPr/>
          </p:nvSpPr>
          <p:spPr>
            <a:xfrm rot="10800000">
              <a:off x="389719" y="6624580"/>
              <a:ext cx="314249" cy="314313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98" name="Google Shape;1585;p5"/>
            <p:cNvSpPr/>
            <p:nvPr/>
          </p:nvSpPr>
          <p:spPr>
            <a:xfrm rot="10800000">
              <a:off x="389719" y="6234925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99" name="Google Shape;1586;p5"/>
            <p:cNvSpPr/>
            <p:nvPr/>
          </p:nvSpPr>
          <p:spPr>
            <a:xfrm rot="10800000">
              <a:off x="389719" y="5845270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00" name="Google Shape;1587;p5"/>
            <p:cNvSpPr/>
            <p:nvPr/>
          </p:nvSpPr>
          <p:spPr>
            <a:xfrm rot="10800000">
              <a:off x="389719" y="5455551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01" name="Google Shape;1588;p5"/>
            <p:cNvSpPr/>
            <p:nvPr/>
          </p:nvSpPr>
          <p:spPr>
            <a:xfrm rot="10800000">
              <a:off x="389719" y="5065896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02" name="Google Shape;1589;p5"/>
            <p:cNvSpPr/>
            <p:nvPr/>
          </p:nvSpPr>
          <p:spPr>
            <a:xfrm rot="10800000">
              <a:off x="389719" y="4676177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03" name="Google Shape;1590;p5"/>
            <p:cNvSpPr/>
            <p:nvPr/>
          </p:nvSpPr>
          <p:spPr>
            <a:xfrm rot="10800000">
              <a:off x="389719" y="4286523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04" name="Google Shape;1591;p5"/>
            <p:cNvSpPr/>
            <p:nvPr/>
          </p:nvSpPr>
          <p:spPr>
            <a:xfrm rot="10800000">
              <a:off x="389719" y="3896804"/>
              <a:ext cx="314249" cy="314313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05" name="Google Shape;1592;p5"/>
            <p:cNvSpPr/>
            <p:nvPr/>
          </p:nvSpPr>
          <p:spPr>
            <a:xfrm rot="10800000">
              <a:off x="389719" y="3507149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06" name="Google Shape;1593;p5"/>
            <p:cNvSpPr/>
            <p:nvPr/>
          </p:nvSpPr>
          <p:spPr>
            <a:xfrm rot="10800000">
              <a:off x="389719" y="3117430"/>
              <a:ext cx="314249" cy="314313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07" name="Google Shape;1594;p5"/>
            <p:cNvSpPr/>
            <p:nvPr/>
          </p:nvSpPr>
          <p:spPr>
            <a:xfrm rot="10800000">
              <a:off x="389719" y="2727775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08" name="Google Shape;1595;p5"/>
            <p:cNvSpPr/>
            <p:nvPr/>
          </p:nvSpPr>
          <p:spPr>
            <a:xfrm rot="10800000">
              <a:off x="389719" y="2338121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09" name="Google Shape;1596;p5"/>
            <p:cNvSpPr/>
            <p:nvPr/>
          </p:nvSpPr>
          <p:spPr>
            <a:xfrm rot="10800000">
              <a:off x="389719" y="1948402"/>
              <a:ext cx="314249" cy="314248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10" name="Google Shape;1597;p5"/>
            <p:cNvSpPr/>
            <p:nvPr/>
          </p:nvSpPr>
          <p:spPr>
            <a:xfrm rot="10800000">
              <a:off x="389719" y="1558747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11" name="Google Shape;1598;p5"/>
            <p:cNvSpPr/>
            <p:nvPr/>
          </p:nvSpPr>
          <p:spPr>
            <a:xfrm rot="10800000">
              <a:off x="389719" y="1169028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12" name="Google Shape;1599;p5"/>
            <p:cNvSpPr/>
            <p:nvPr/>
          </p:nvSpPr>
          <p:spPr>
            <a:xfrm rot="10800000">
              <a:off x="389719" y="779373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13" name="Google Shape;1600;p5"/>
            <p:cNvSpPr/>
            <p:nvPr/>
          </p:nvSpPr>
          <p:spPr>
            <a:xfrm rot="10800000">
              <a:off x="389719" y="389654"/>
              <a:ext cx="314249" cy="314314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14" name="Google Shape;1601;p5"/>
            <p:cNvSpPr/>
            <p:nvPr/>
          </p:nvSpPr>
          <p:spPr>
            <a:xfrm rot="10800000">
              <a:off x="389719" y="-1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15" name="Google Shape;1602;p5"/>
            <p:cNvSpPr/>
            <p:nvPr/>
          </p:nvSpPr>
          <p:spPr>
            <a:xfrm rot="10800000">
              <a:off x="0" y="13249225"/>
              <a:ext cx="314313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16" name="Google Shape;1603;p5"/>
            <p:cNvSpPr/>
            <p:nvPr/>
          </p:nvSpPr>
          <p:spPr>
            <a:xfrm rot="10800000">
              <a:off x="0" y="12469851"/>
              <a:ext cx="314313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17" name="Google Shape;1604;p5"/>
            <p:cNvSpPr/>
            <p:nvPr/>
          </p:nvSpPr>
          <p:spPr>
            <a:xfrm rot="10800000">
              <a:off x="0" y="11300822"/>
              <a:ext cx="314313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18" name="Google Shape;1605;p5"/>
            <p:cNvSpPr/>
            <p:nvPr/>
          </p:nvSpPr>
          <p:spPr>
            <a:xfrm rot="10800000">
              <a:off x="0" y="10911102"/>
              <a:ext cx="314313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19" name="Google Shape;1606;p5"/>
            <p:cNvSpPr/>
            <p:nvPr/>
          </p:nvSpPr>
          <p:spPr>
            <a:xfrm rot="10800000">
              <a:off x="0" y="10131728"/>
              <a:ext cx="314313" cy="314314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20" name="Google Shape;1607;p5"/>
            <p:cNvSpPr/>
            <p:nvPr/>
          </p:nvSpPr>
          <p:spPr>
            <a:xfrm rot="10800000">
              <a:off x="0" y="9742075"/>
              <a:ext cx="314313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21" name="Google Shape;1608;p5"/>
            <p:cNvSpPr/>
            <p:nvPr/>
          </p:nvSpPr>
          <p:spPr>
            <a:xfrm rot="10800000">
              <a:off x="0" y="8183327"/>
              <a:ext cx="314313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22" name="Google Shape;1609;p5"/>
            <p:cNvSpPr/>
            <p:nvPr/>
          </p:nvSpPr>
          <p:spPr>
            <a:xfrm rot="10800000">
              <a:off x="0" y="7793673"/>
              <a:ext cx="314313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23" name="Google Shape;1610;p5"/>
            <p:cNvSpPr/>
            <p:nvPr/>
          </p:nvSpPr>
          <p:spPr>
            <a:xfrm rot="10800000">
              <a:off x="0" y="7403953"/>
              <a:ext cx="314313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24" name="Google Shape;1611;p5"/>
            <p:cNvSpPr/>
            <p:nvPr/>
          </p:nvSpPr>
          <p:spPr>
            <a:xfrm rot="10800000">
              <a:off x="0" y="7014298"/>
              <a:ext cx="314313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25" name="Google Shape;1612;p5"/>
            <p:cNvSpPr/>
            <p:nvPr/>
          </p:nvSpPr>
          <p:spPr>
            <a:xfrm rot="10800000">
              <a:off x="0" y="6234925"/>
              <a:ext cx="314313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26" name="Google Shape;1613;p5"/>
            <p:cNvSpPr/>
            <p:nvPr/>
          </p:nvSpPr>
          <p:spPr>
            <a:xfrm rot="10800000">
              <a:off x="0" y="5455551"/>
              <a:ext cx="314313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27" name="Google Shape;1614;p5"/>
            <p:cNvSpPr/>
            <p:nvPr/>
          </p:nvSpPr>
          <p:spPr>
            <a:xfrm rot="10800000">
              <a:off x="0" y="5065896"/>
              <a:ext cx="314313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28" name="Google Shape;1615;p5"/>
            <p:cNvSpPr/>
            <p:nvPr/>
          </p:nvSpPr>
          <p:spPr>
            <a:xfrm rot="10800000">
              <a:off x="0" y="4286523"/>
              <a:ext cx="314313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29" name="Google Shape;1616;p5"/>
            <p:cNvSpPr/>
            <p:nvPr/>
          </p:nvSpPr>
          <p:spPr>
            <a:xfrm rot="10800000">
              <a:off x="0" y="3896804"/>
              <a:ext cx="314313" cy="314313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30" name="Google Shape;1617;p5"/>
            <p:cNvSpPr/>
            <p:nvPr/>
          </p:nvSpPr>
          <p:spPr>
            <a:xfrm rot="10800000">
              <a:off x="0" y="3507149"/>
              <a:ext cx="314313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31" name="Google Shape;1618;p5"/>
            <p:cNvSpPr/>
            <p:nvPr/>
          </p:nvSpPr>
          <p:spPr>
            <a:xfrm rot="10800000">
              <a:off x="0" y="3117430"/>
              <a:ext cx="314313" cy="314313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32" name="Google Shape;1619;p5"/>
            <p:cNvSpPr/>
            <p:nvPr/>
          </p:nvSpPr>
          <p:spPr>
            <a:xfrm rot="10800000">
              <a:off x="0" y="1948402"/>
              <a:ext cx="314313" cy="314248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33" name="Google Shape;1620;p5"/>
            <p:cNvSpPr/>
            <p:nvPr/>
          </p:nvSpPr>
          <p:spPr>
            <a:xfrm rot="10800000">
              <a:off x="0" y="1558747"/>
              <a:ext cx="314313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34" name="Google Shape;1621;p5"/>
            <p:cNvSpPr/>
            <p:nvPr/>
          </p:nvSpPr>
          <p:spPr>
            <a:xfrm rot="10800000">
              <a:off x="0" y="779373"/>
              <a:ext cx="314313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35" name="Google Shape;1622;p5"/>
            <p:cNvSpPr/>
            <p:nvPr/>
          </p:nvSpPr>
          <p:spPr>
            <a:xfrm rot="10800000">
              <a:off x="0" y="389654"/>
              <a:ext cx="314313" cy="314314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36" name="Google Shape;1623;p5"/>
            <p:cNvSpPr/>
            <p:nvPr/>
          </p:nvSpPr>
          <p:spPr>
            <a:xfrm rot="10800000">
              <a:off x="0" y="-1"/>
              <a:ext cx="314313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grpSp>
        <p:nvGrpSpPr>
          <p:cNvPr id="300" name="Google Shape;1624;p5"/>
          <p:cNvGrpSpPr/>
          <p:nvPr/>
        </p:nvGrpSpPr>
        <p:grpSpPr>
          <a:xfrm>
            <a:off x="20876189" y="76551"/>
            <a:ext cx="3042089" cy="13563474"/>
            <a:chOff x="0" y="0"/>
            <a:chExt cx="3042087" cy="13563473"/>
          </a:xfrm>
        </p:grpSpPr>
        <p:sp>
          <p:nvSpPr>
            <p:cNvPr id="238" name="Google Shape;1625;p5"/>
            <p:cNvSpPr/>
            <p:nvPr/>
          </p:nvSpPr>
          <p:spPr>
            <a:xfrm rot="10800000">
              <a:off x="2727775" y="12859504"/>
              <a:ext cx="314313" cy="314314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39" name="Google Shape;1626;p5"/>
            <p:cNvSpPr/>
            <p:nvPr/>
          </p:nvSpPr>
          <p:spPr>
            <a:xfrm rot="10800000">
              <a:off x="2727775" y="12080195"/>
              <a:ext cx="314313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40" name="Google Shape;1627;p5"/>
            <p:cNvSpPr/>
            <p:nvPr/>
          </p:nvSpPr>
          <p:spPr>
            <a:xfrm rot="10800000">
              <a:off x="2727775" y="11690477"/>
              <a:ext cx="314313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41" name="Google Shape;1628;p5"/>
            <p:cNvSpPr/>
            <p:nvPr/>
          </p:nvSpPr>
          <p:spPr>
            <a:xfrm rot="10800000">
              <a:off x="2727775" y="10521449"/>
              <a:ext cx="314313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42" name="Google Shape;1629;p5"/>
            <p:cNvSpPr/>
            <p:nvPr/>
          </p:nvSpPr>
          <p:spPr>
            <a:xfrm rot="10800000">
              <a:off x="2727775" y="9352355"/>
              <a:ext cx="314313" cy="314314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43" name="Google Shape;1630;p5"/>
            <p:cNvSpPr/>
            <p:nvPr/>
          </p:nvSpPr>
          <p:spPr>
            <a:xfrm rot="10800000">
              <a:off x="2727775" y="8962700"/>
              <a:ext cx="314313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44" name="Google Shape;1631;p5"/>
            <p:cNvSpPr/>
            <p:nvPr/>
          </p:nvSpPr>
          <p:spPr>
            <a:xfrm rot="10800000">
              <a:off x="2727775" y="8573046"/>
              <a:ext cx="314313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45" name="Google Shape;1632;p5"/>
            <p:cNvSpPr/>
            <p:nvPr/>
          </p:nvSpPr>
          <p:spPr>
            <a:xfrm rot="10800000">
              <a:off x="2727775" y="6624580"/>
              <a:ext cx="314313" cy="314313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46" name="Google Shape;1633;p5"/>
            <p:cNvSpPr/>
            <p:nvPr/>
          </p:nvSpPr>
          <p:spPr>
            <a:xfrm rot="10800000">
              <a:off x="2727775" y="5845270"/>
              <a:ext cx="314313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47" name="Google Shape;1634;p5"/>
            <p:cNvSpPr/>
            <p:nvPr/>
          </p:nvSpPr>
          <p:spPr>
            <a:xfrm rot="10800000">
              <a:off x="2727775" y="4676177"/>
              <a:ext cx="314313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48" name="Google Shape;1635;p5"/>
            <p:cNvSpPr/>
            <p:nvPr/>
          </p:nvSpPr>
          <p:spPr>
            <a:xfrm rot="10800000">
              <a:off x="2727775" y="2727775"/>
              <a:ext cx="314313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49" name="Google Shape;1636;p5"/>
            <p:cNvSpPr/>
            <p:nvPr/>
          </p:nvSpPr>
          <p:spPr>
            <a:xfrm rot="10800000">
              <a:off x="2727775" y="2338121"/>
              <a:ext cx="314313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50" name="Google Shape;1637;p5"/>
            <p:cNvSpPr/>
            <p:nvPr/>
          </p:nvSpPr>
          <p:spPr>
            <a:xfrm rot="10800000">
              <a:off x="2727775" y="1169028"/>
              <a:ext cx="314313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51" name="Google Shape;1638;p5"/>
            <p:cNvSpPr/>
            <p:nvPr/>
          </p:nvSpPr>
          <p:spPr>
            <a:xfrm rot="10800000">
              <a:off x="2338120" y="13249225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52" name="Google Shape;1639;p5"/>
            <p:cNvSpPr/>
            <p:nvPr/>
          </p:nvSpPr>
          <p:spPr>
            <a:xfrm rot="10800000">
              <a:off x="2338120" y="12469851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53" name="Google Shape;1640;p5"/>
            <p:cNvSpPr/>
            <p:nvPr/>
          </p:nvSpPr>
          <p:spPr>
            <a:xfrm rot="10800000">
              <a:off x="2338120" y="12080195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54" name="Google Shape;1641;p5"/>
            <p:cNvSpPr/>
            <p:nvPr/>
          </p:nvSpPr>
          <p:spPr>
            <a:xfrm rot="10800000">
              <a:off x="2338120" y="11690477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55" name="Google Shape;1642;p5"/>
            <p:cNvSpPr/>
            <p:nvPr/>
          </p:nvSpPr>
          <p:spPr>
            <a:xfrm rot="10800000">
              <a:off x="2338120" y="11300822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56" name="Google Shape;1643;p5"/>
            <p:cNvSpPr/>
            <p:nvPr/>
          </p:nvSpPr>
          <p:spPr>
            <a:xfrm rot="10800000">
              <a:off x="2338120" y="10911102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57" name="Google Shape;1644;p5"/>
            <p:cNvSpPr/>
            <p:nvPr/>
          </p:nvSpPr>
          <p:spPr>
            <a:xfrm rot="10800000">
              <a:off x="2338120" y="10521449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58" name="Google Shape;1645;p5"/>
            <p:cNvSpPr/>
            <p:nvPr/>
          </p:nvSpPr>
          <p:spPr>
            <a:xfrm rot="10800000">
              <a:off x="2338120" y="10131728"/>
              <a:ext cx="314249" cy="314314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59" name="Google Shape;1646;p5"/>
            <p:cNvSpPr/>
            <p:nvPr/>
          </p:nvSpPr>
          <p:spPr>
            <a:xfrm rot="10800000">
              <a:off x="2338120" y="9742075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60" name="Google Shape;1647;p5"/>
            <p:cNvSpPr/>
            <p:nvPr/>
          </p:nvSpPr>
          <p:spPr>
            <a:xfrm rot="10800000">
              <a:off x="2338120" y="9352355"/>
              <a:ext cx="314249" cy="314314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61" name="Google Shape;1648;p5"/>
            <p:cNvSpPr/>
            <p:nvPr/>
          </p:nvSpPr>
          <p:spPr>
            <a:xfrm rot="10800000">
              <a:off x="2338120" y="8962700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62" name="Google Shape;1649;p5"/>
            <p:cNvSpPr/>
            <p:nvPr/>
          </p:nvSpPr>
          <p:spPr>
            <a:xfrm rot="10800000">
              <a:off x="2338120" y="8573046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63" name="Google Shape;1650;p5"/>
            <p:cNvSpPr/>
            <p:nvPr/>
          </p:nvSpPr>
          <p:spPr>
            <a:xfrm rot="10800000">
              <a:off x="2338120" y="8183327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64" name="Google Shape;1651;p5"/>
            <p:cNvSpPr/>
            <p:nvPr/>
          </p:nvSpPr>
          <p:spPr>
            <a:xfrm rot="10800000">
              <a:off x="2338120" y="7403953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65" name="Google Shape;1652;p5"/>
            <p:cNvSpPr/>
            <p:nvPr/>
          </p:nvSpPr>
          <p:spPr>
            <a:xfrm rot="10800000">
              <a:off x="2338120" y="7014298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66" name="Google Shape;1653;p5"/>
            <p:cNvSpPr/>
            <p:nvPr/>
          </p:nvSpPr>
          <p:spPr>
            <a:xfrm rot="10800000">
              <a:off x="2338120" y="6234925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67" name="Google Shape;1654;p5"/>
            <p:cNvSpPr/>
            <p:nvPr/>
          </p:nvSpPr>
          <p:spPr>
            <a:xfrm rot="10800000">
              <a:off x="2338120" y="5845270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68" name="Google Shape;1655;p5"/>
            <p:cNvSpPr/>
            <p:nvPr/>
          </p:nvSpPr>
          <p:spPr>
            <a:xfrm rot="10800000">
              <a:off x="2338120" y="5455551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69" name="Google Shape;1656;p5"/>
            <p:cNvSpPr/>
            <p:nvPr/>
          </p:nvSpPr>
          <p:spPr>
            <a:xfrm rot="10800000">
              <a:off x="2338120" y="5065896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70" name="Google Shape;1657;p5"/>
            <p:cNvSpPr/>
            <p:nvPr/>
          </p:nvSpPr>
          <p:spPr>
            <a:xfrm rot="10800000">
              <a:off x="2338120" y="4676177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71" name="Google Shape;1658;p5"/>
            <p:cNvSpPr/>
            <p:nvPr/>
          </p:nvSpPr>
          <p:spPr>
            <a:xfrm rot="10800000">
              <a:off x="2338120" y="4286523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72" name="Google Shape;1659;p5"/>
            <p:cNvSpPr/>
            <p:nvPr/>
          </p:nvSpPr>
          <p:spPr>
            <a:xfrm rot="10800000">
              <a:off x="2338120" y="3896804"/>
              <a:ext cx="314249" cy="314313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73" name="Google Shape;1660;p5"/>
            <p:cNvSpPr/>
            <p:nvPr/>
          </p:nvSpPr>
          <p:spPr>
            <a:xfrm rot="10800000">
              <a:off x="2338120" y="3507149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74" name="Google Shape;1661;p5"/>
            <p:cNvSpPr/>
            <p:nvPr/>
          </p:nvSpPr>
          <p:spPr>
            <a:xfrm rot="10800000">
              <a:off x="2338120" y="2727775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75" name="Google Shape;1662;p5"/>
            <p:cNvSpPr/>
            <p:nvPr/>
          </p:nvSpPr>
          <p:spPr>
            <a:xfrm rot="10800000">
              <a:off x="2338120" y="2338121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76" name="Google Shape;1663;p5"/>
            <p:cNvSpPr/>
            <p:nvPr/>
          </p:nvSpPr>
          <p:spPr>
            <a:xfrm rot="10800000">
              <a:off x="2338120" y="1948402"/>
              <a:ext cx="314249" cy="314248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77" name="Google Shape;1664;p5"/>
            <p:cNvSpPr/>
            <p:nvPr/>
          </p:nvSpPr>
          <p:spPr>
            <a:xfrm rot="10800000">
              <a:off x="2338120" y="1558747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78" name="Google Shape;1665;p5"/>
            <p:cNvSpPr/>
            <p:nvPr/>
          </p:nvSpPr>
          <p:spPr>
            <a:xfrm rot="10800000">
              <a:off x="2338120" y="1169028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79" name="Google Shape;1666;p5"/>
            <p:cNvSpPr/>
            <p:nvPr/>
          </p:nvSpPr>
          <p:spPr>
            <a:xfrm rot="10800000">
              <a:off x="2338120" y="779373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80" name="Google Shape;1667;p5"/>
            <p:cNvSpPr/>
            <p:nvPr/>
          </p:nvSpPr>
          <p:spPr>
            <a:xfrm rot="10800000">
              <a:off x="2338120" y="389654"/>
              <a:ext cx="314249" cy="314314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81" name="Google Shape;1668;p5"/>
            <p:cNvSpPr/>
            <p:nvPr/>
          </p:nvSpPr>
          <p:spPr>
            <a:xfrm rot="10800000">
              <a:off x="2338120" y="-1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82" name="Google Shape;1669;p5"/>
            <p:cNvSpPr/>
            <p:nvPr/>
          </p:nvSpPr>
          <p:spPr>
            <a:xfrm rot="10800000">
              <a:off x="1948466" y="13249225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83" name="Google Shape;1670;p5"/>
            <p:cNvSpPr/>
            <p:nvPr/>
          </p:nvSpPr>
          <p:spPr>
            <a:xfrm rot="10800000">
              <a:off x="1948466" y="11690477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84" name="Google Shape;1671;p5"/>
            <p:cNvSpPr/>
            <p:nvPr/>
          </p:nvSpPr>
          <p:spPr>
            <a:xfrm rot="10800000">
              <a:off x="1948466" y="10911102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85" name="Google Shape;1672;p5"/>
            <p:cNvSpPr/>
            <p:nvPr/>
          </p:nvSpPr>
          <p:spPr>
            <a:xfrm rot="10800000">
              <a:off x="1948466" y="10131728"/>
              <a:ext cx="314249" cy="314314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86" name="Google Shape;1673;p5"/>
            <p:cNvSpPr/>
            <p:nvPr/>
          </p:nvSpPr>
          <p:spPr>
            <a:xfrm rot="10800000">
              <a:off x="1948466" y="8962700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87" name="Google Shape;1674;p5"/>
            <p:cNvSpPr/>
            <p:nvPr/>
          </p:nvSpPr>
          <p:spPr>
            <a:xfrm rot="10800000">
              <a:off x="1948466" y="7403953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88" name="Google Shape;1675;p5"/>
            <p:cNvSpPr/>
            <p:nvPr/>
          </p:nvSpPr>
          <p:spPr>
            <a:xfrm rot="10800000">
              <a:off x="1948466" y="7014298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89" name="Google Shape;1676;p5"/>
            <p:cNvSpPr/>
            <p:nvPr/>
          </p:nvSpPr>
          <p:spPr>
            <a:xfrm rot="10800000">
              <a:off x="1948466" y="4286523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90" name="Google Shape;1677;p5"/>
            <p:cNvSpPr/>
            <p:nvPr/>
          </p:nvSpPr>
          <p:spPr>
            <a:xfrm rot="10800000">
              <a:off x="1948466" y="3117430"/>
              <a:ext cx="314249" cy="314313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91" name="Google Shape;1678;p5"/>
            <p:cNvSpPr/>
            <p:nvPr/>
          </p:nvSpPr>
          <p:spPr>
            <a:xfrm rot="10800000">
              <a:off x="1948466" y="1169028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92" name="Google Shape;1679;p5"/>
            <p:cNvSpPr/>
            <p:nvPr/>
          </p:nvSpPr>
          <p:spPr>
            <a:xfrm rot="10800000">
              <a:off x="1948466" y="-1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93" name="Google Shape;1680;p5"/>
            <p:cNvSpPr/>
            <p:nvPr/>
          </p:nvSpPr>
          <p:spPr>
            <a:xfrm rot="10800000">
              <a:off x="1558747" y="12080195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94" name="Google Shape;1681;p5"/>
            <p:cNvSpPr/>
            <p:nvPr/>
          </p:nvSpPr>
          <p:spPr>
            <a:xfrm rot="10800000">
              <a:off x="1558747" y="8962700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95" name="Google Shape;1682;p5"/>
            <p:cNvSpPr/>
            <p:nvPr/>
          </p:nvSpPr>
          <p:spPr>
            <a:xfrm rot="10800000">
              <a:off x="1558747" y="6624580"/>
              <a:ext cx="314249" cy="314313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96" name="Google Shape;1683;p5"/>
            <p:cNvSpPr/>
            <p:nvPr/>
          </p:nvSpPr>
          <p:spPr>
            <a:xfrm rot="10800000">
              <a:off x="1169092" y="1558747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97" name="Google Shape;1684;p5"/>
            <p:cNvSpPr/>
            <p:nvPr/>
          </p:nvSpPr>
          <p:spPr>
            <a:xfrm rot="10800000">
              <a:off x="779373" y="7014298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98" name="Google Shape;1685;p5"/>
            <p:cNvSpPr/>
            <p:nvPr/>
          </p:nvSpPr>
          <p:spPr>
            <a:xfrm rot="10800000">
              <a:off x="779373" y="389654"/>
              <a:ext cx="314249" cy="314314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99" name="Google Shape;1686;p5"/>
            <p:cNvSpPr/>
            <p:nvPr/>
          </p:nvSpPr>
          <p:spPr>
            <a:xfrm rot="10800000">
              <a:off x="0" y="11300822"/>
              <a:ext cx="314313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grpSp>
        <p:nvGrpSpPr>
          <p:cNvPr id="402" name="Google Shape;1687;p5"/>
          <p:cNvGrpSpPr/>
          <p:nvPr/>
        </p:nvGrpSpPr>
        <p:grpSpPr>
          <a:xfrm>
            <a:off x="20486537" y="76551"/>
            <a:ext cx="2652372" cy="13173821"/>
            <a:chOff x="0" y="0"/>
            <a:chExt cx="2652370" cy="13173819"/>
          </a:xfrm>
        </p:grpSpPr>
        <p:sp>
          <p:nvSpPr>
            <p:cNvPr id="301" name="Google Shape;1688;p5"/>
            <p:cNvSpPr/>
            <p:nvPr/>
          </p:nvSpPr>
          <p:spPr>
            <a:xfrm rot="10800000">
              <a:off x="2338122" y="12469852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02" name="Google Shape;1689;p5"/>
            <p:cNvSpPr/>
            <p:nvPr/>
          </p:nvSpPr>
          <p:spPr>
            <a:xfrm rot="10800000">
              <a:off x="2338122" y="10521450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03" name="Google Shape;1690;p5"/>
            <p:cNvSpPr/>
            <p:nvPr/>
          </p:nvSpPr>
          <p:spPr>
            <a:xfrm rot="10800000">
              <a:off x="2338122" y="6624580"/>
              <a:ext cx="314249" cy="314313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04" name="Google Shape;1691;p5"/>
            <p:cNvSpPr/>
            <p:nvPr/>
          </p:nvSpPr>
          <p:spPr>
            <a:xfrm rot="10800000">
              <a:off x="2338122" y="5065897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05" name="Google Shape;1692;p5"/>
            <p:cNvSpPr/>
            <p:nvPr/>
          </p:nvSpPr>
          <p:spPr>
            <a:xfrm rot="10800000">
              <a:off x="2338122" y="4676178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06" name="Google Shape;1693;p5"/>
            <p:cNvSpPr/>
            <p:nvPr/>
          </p:nvSpPr>
          <p:spPr>
            <a:xfrm rot="10800000">
              <a:off x="2338122" y="2727776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07" name="Google Shape;1694;p5"/>
            <p:cNvSpPr/>
            <p:nvPr/>
          </p:nvSpPr>
          <p:spPr>
            <a:xfrm rot="10800000">
              <a:off x="2338122" y="389654"/>
              <a:ext cx="314249" cy="314314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08" name="Google Shape;1695;p5"/>
            <p:cNvSpPr/>
            <p:nvPr/>
          </p:nvSpPr>
          <p:spPr>
            <a:xfrm rot="10800000">
              <a:off x="1948403" y="12859506"/>
              <a:ext cx="314249" cy="314314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09" name="Google Shape;1696;p5"/>
            <p:cNvSpPr/>
            <p:nvPr/>
          </p:nvSpPr>
          <p:spPr>
            <a:xfrm rot="10800000">
              <a:off x="1948403" y="10911103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10" name="Google Shape;1697;p5"/>
            <p:cNvSpPr/>
            <p:nvPr/>
          </p:nvSpPr>
          <p:spPr>
            <a:xfrm rot="10800000">
              <a:off x="1948403" y="10521450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11" name="Google Shape;1698;p5"/>
            <p:cNvSpPr/>
            <p:nvPr/>
          </p:nvSpPr>
          <p:spPr>
            <a:xfrm rot="10800000">
              <a:off x="1948403" y="10131730"/>
              <a:ext cx="314249" cy="314314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12" name="Google Shape;1699;p5"/>
            <p:cNvSpPr/>
            <p:nvPr/>
          </p:nvSpPr>
          <p:spPr>
            <a:xfrm rot="10800000">
              <a:off x="1948403" y="9352356"/>
              <a:ext cx="314249" cy="314314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13" name="Google Shape;1700;p5"/>
            <p:cNvSpPr/>
            <p:nvPr/>
          </p:nvSpPr>
          <p:spPr>
            <a:xfrm rot="10800000">
              <a:off x="1948403" y="8573047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14" name="Google Shape;1701;p5"/>
            <p:cNvSpPr/>
            <p:nvPr/>
          </p:nvSpPr>
          <p:spPr>
            <a:xfrm rot="10800000">
              <a:off x="1948403" y="7014299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15" name="Google Shape;1702;p5"/>
            <p:cNvSpPr/>
            <p:nvPr/>
          </p:nvSpPr>
          <p:spPr>
            <a:xfrm rot="10800000">
              <a:off x="1948403" y="6234926"/>
              <a:ext cx="314249" cy="314248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16" name="Google Shape;1703;p5"/>
            <p:cNvSpPr/>
            <p:nvPr/>
          </p:nvSpPr>
          <p:spPr>
            <a:xfrm rot="10800000">
              <a:off x="1948403" y="5845271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17" name="Google Shape;1704;p5"/>
            <p:cNvSpPr/>
            <p:nvPr/>
          </p:nvSpPr>
          <p:spPr>
            <a:xfrm rot="10800000">
              <a:off x="1948403" y="5455552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18" name="Google Shape;1705;p5"/>
            <p:cNvSpPr/>
            <p:nvPr/>
          </p:nvSpPr>
          <p:spPr>
            <a:xfrm rot="10800000">
              <a:off x="1948403" y="4676178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19" name="Google Shape;1706;p5"/>
            <p:cNvSpPr/>
            <p:nvPr/>
          </p:nvSpPr>
          <p:spPr>
            <a:xfrm rot="10800000">
              <a:off x="1948403" y="4286523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20" name="Google Shape;1707;p5"/>
            <p:cNvSpPr/>
            <p:nvPr/>
          </p:nvSpPr>
          <p:spPr>
            <a:xfrm rot="10800000">
              <a:off x="1948403" y="3896804"/>
              <a:ext cx="314249" cy="314314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21" name="Google Shape;1708;p5"/>
            <p:cNvSpPr/>
            <p:nvPr/>
          </p:nvSpPr>
          <p:spPr>
            <a:xfrm rot="10800000">
              <a:off x="1948403" y="3507149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22" name="Google Shape;1709;p5"/>
            <p:cNvSpPr/>
            <p:nvPr/>
          </p:nvSpPr>
          <p:spPr>
            <a:xfrm rot="10800000">
              <a:off x="1948403" y="2727776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23" name="Google Shape;1710;p5"/>
            <p:cNvSpPr/>
            <p:nvPr/>
          </p:nvSpPr>
          <p:spPr>
            <a:xfrm rot="10800000">
              <a:off x="1948403" y="2338121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24" name="Google Shape;1711;p5"/>
            <p:cNvSpPr/>
            <p:nvPr/>
          </p:nvSpPr>
          <p:spPr>
            <a:xfrm rot="10800000">
              <a:off x="1948403" y="1169028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25" name="Google Shape;1712;p5"/>
            <p:cNvSpPr/>
            <p:nvPr/>
          </p:nvSpPr>
          <p:spPr>
            <a:xfrm rot="10800000">
              <a:off x="1948403" y="779373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26" name="Google Shape;1713;p5"/>
            <p:cNvSpPr/>
            <p:nvPr/>
          </p:nvSpPr>
          <p:spPr>
            <a:xfrm rot="10800000">
              <a:off x="1948403" y="389654"/>
              <a:ext cx="314249" cy="314314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27" name="Google Shape;1714;p5"/>
            <p:cNvSpPr/>
            <p:nvPr/>
          </p:nvSpPr>
          <p:spPr>
            <a:xfrm rot="10800000">
              <a:off x="1558748" y="12469852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28" name="Google Shape;1715;p5"/>
            <p:cNvSpPr/>
            <p:nvPr/>
          </p:nvSpPr>
          <p:spPr>
            <a:xfrm rot="10800000">
              <a:off x="1558748" y="12080197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29" name="Google Shape;1716;p5"/>
            <p:cNvSpPr/>
            <p:nvPr/>
          </p:nvSpPr>
          <p:spPr>
            <a:xfrm rot="10800000">
              <a:off x="1558748" y="11300823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30" name="Google Shape;1717;p5"/>
            <p:cNvSpPr/>
            <p:nvPr/>
          </p:nvSpPr>
          <p:spPr>
            <a:xfrm rot="10800000">
              <a:off x="1558748" y="10521450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31" name="Google Shape;1718;p5"/>
            <p:cNvSpPr/>
            <p:nvPr/>
          </p:nvSpPr>
          <p:spPr>
            <a:xfrm rot="10800000">
              <a:off x="1558748" y="10131730"/>
              <a:ext cx="314249" cy="314314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32" name="Google Shape;1719;p5"/>
            <p:cNvSpPr/>
            <p:nvPr/>
          </p:nvSpPr>
          <p:spPr>
            <a:xfrm rot="10800000">
              <a:off x="1558748" y="9742076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33" name="Google Shape;1720;p5"/>
            <p:cNvSpPr/>
            <p:nvPr/>
          </p:nvSpPr>
          <p:spPr>
            <a:xfrm rot="10800000">
              <a:off x="1558748" y="9352356"/>
              <a:ext cx="314249" cy="314314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34" name="Google Shape;1721;p5"/>
            <p:cNvSpPr/>
            <p:nvPr/>
          </p:nvSpPr>
          <p:spPr>
            <a:xfrm rot="10800000">
              <a:off x="1558748" y="8183328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35" name="Google Shape;1722;p5"/>
            <p:cNvSpPr/>
            <p:nvPr/>
          </p:nvSpPr>
          <p:spPr>
            <a:xfrm rot="10800000">
              <a:off x="1558748" y="7793673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36" name="Google Shape;1723;p5"/>
            <p:cNvSpPr/>
            <p:nvPr/>
          </p:nvSpPr>
          <p:spPr>
            <a:xfrm rot="10800000">
              <a:off x="1558748" y="7403954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37" name="Google Shape;1724;p5"/>
            <p:cNvSpPr/>
            <p:nvPr/>
          </p:nvSpPr>
          <p:spPr>
            <a:xfrm rot="10800000">
              <a:off x="1558748" y="7014299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38" name="Google Shape;1725;p5"/>
            <p:cNvSpPr/>
            <p:nvPr/>
          </p:nvSpPr>
          <p:spPr>
            <a:xfrm rot="10800000">
              <a:off x="1558748" y="6624580"/>
              <a:ext cx="314249" cy="314313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39" name="Google Shape;1726;p5"/>
            <p:cNvSpPr/>
            <p:nvPr/>
          </p:nvSpPr>
          <p:spPr>
            <a:xfrm rot="10800000">
              <a:off x="1558748" y="6234926"/>
              <a:ext cx="314249" cy="314248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40" name="Google Shape;1727;p5"/>
            <p:cNvSpPr/>
            <p:nvPr/>
          </p:nvSpPr>
          <p:spPr>
            <a:xfrm rot="10800000">
              <a:off x="1558748" y="5845271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41" name="Google Shape;1728;p5"/>
            <p:cNvSpPr/>
            <p:nvPr/>
          </p:nvSpPr>
          <p:spPr>
            <a:xfrm rot="10800000">
              <a:off x="1558748" y="5455552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42" name="Google Shape;1729;p5"/>
            <p:cNvSpPr/>
            <p:nvPr/>
          </p:nvSpPr>
          <p:spPr>
            <a:xfrm rot="10800000">
              <a:off x="1558748" y="5065897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43" name="Google Shape;1730;p5"/>
            <p:cNvSpPr/>
            <p:nvPr/>
          </p:nvSpPr>
          <p:spPr>
            <a:xfrm rot="10800000">
              <a:off x="1558748" y="4676178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44" name="Google Shape;1731;p5"/>
            <p:cNvSpPr/>
            <p:nvPr/>
          </p:nvSpPr>
          <p:spPr>
            <a:xfrm rot="10800000">
              <a:off x="1558748" y="3896804"/>
              <a:ext cx="314249" cy="314314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45" name="Google Shape;1732;p5"/>
            <p:cNvSpPr/>
            <p:nvPr/>
          </p:nvSpPr>
          <p:spPr>
            <a:xfrm rot="10800000">
              <a:off x="1558748" y="3117430"/>
              <a:ext cx="314249" cy="314314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46" name="Google Shape;1733;p5"/>
            <p:cNvSpPr/>
            <p:nvPr/>
          </p:nvSpPr>
          <p:spPr>
            <a:xfrm rot="10800000">
              <a:off x="1558748" y="2727776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47" name="Google Shape;1734;p5"/>
            <p:cNvSpPr/>
            <p:nvPr/>
          </p:nvSpPr>
          <p:spPr>
            <a:xfrm rot="10800000">
              <a:off x="1558748" y="2338121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48" name="Google Shape;1735;p5"/>
            <p:cNvSpPr/>
            <p:nvPr/>
          </p:nvSpPr>
          <p:spPr>
            <a:xfrm rot="10800000">
              <a:off x="1558748" y="1948402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49" name="Google Shape;1736;p5"/>
            <p:cNvSpPr/>
            <p:nvPr/>
          </p:nvSpPr>
          <p:spPr>
            <a:xfrm rot="10800000">
              <a:off x="1558748" y="1169028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50" name="Google Shape;1737;p5"/>
            <p:cNvSpPr/>
            <p:nvPr/>
          </p:nvSpPr>
          <p:spPr>
            <a:xfrm rot="10800000">
              <a:off x="1558748" y="779373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51" name="Google Shape;1738;p5"/>
            <p:cNvSpPr/>
            <p:nvPr/>
          </p:nvSpPr>
          <p:spPr>
            <a:xfrm rot="10800000">
              <a:off x="1558748" y="389654"/>
              <a:ext cx="314249" cy="314314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52" name="Google Shape;1739;p5"/>
            <p:cNvSpPr/>
            <p:nvPr/>
          </p:nvSpPr>
          <p:spPr>
            <a:xfrm rot="10800000">
              <a:off x="1558748" y="0"/>
              <a:ext cx="314249" cy="314248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53" name="Google Shape;1740;p5"/>
            <p:cNvSpPr/>
            <p:nvPr/>
          </p:nvSpPr>
          <p:spPr>
            <a:xfrm rot="10800000">
              <a:off x="1169028" y="12469852"/>
              <a:ext cx="314250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54" name="Google Shape;1741;p5"/>
            <p:cNvSpPr/>
            <p:nvPr/>
          </p:nvSpPr>
          <p:spPr>
            <a:xfrm rot="10800000">
              <a:off x="1169028" y="11300823"/>
              <a:ext cx="314250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55" name="Google Shape;1742;p5"/>
            <p:cNvSpPr/>
            <p:nvPr/>
          </p:nvSpPr>
          <p:spPr>
            <a:xfrm rot="10800000">
              <a:off x="1169028" y="10911103"/>
              <a:ext cx="314250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56" name="Google Shape;1743;p5"/>
            <p:cNvSpPr/>
            <p:nvPr/>
          </p:nvSpPr>
          <p:spPr>
            <a:xfrm rot="10800000">
              <a:off x="1169028" y="10521450"/>
              <a:ext cx="314250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57" name="Google Shape;1744;p5"/>
            <p:cNvSpPr/>
            <p:nvPr/>
          </p:nvSpPr>
          <p:spPr>
            <a:xfrm rot="10800000">
              <a:off x="1169028" y="9742076"/>
              <a:ext cx="314250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58" name="Google Shape;1745;p5"/>
            <p:cNvSpPr/>
            <p:nvPr/>
          </p:nvSpPr>
          <p:spPr>
            <a:xfrm rot="10800000">
              <a:off x="1169028" y="8962701"/>
              <a:ext cx="314250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59" name="Google Shape;1746;p5"/>
            <p:cNvSpPr/>
            <p:nvPr/>
          </p:nvSpPr>
          <p:spPr>
            <a:xfrm rot="10800000">
              <a:off x="1169028" y="8573047"/>
              <a:ext cx="314250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60" name="Google Shape;1747;p5"/>
            <p:cNvSpPr/>
            <p:nvPr/>
          </p:nvSpPr>
          <p:spPr>
            <a:xfrm rot="10800000">
              <a:off x="1169028" y="8183328"/>
              <a:ext cx="314250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61" name="Google Shape;1748;p5"/>
            <p:cNvSpPr/>
            <p:nvPr/>
          </p:nvSpPr>
          <p:spPr>
            <a:xfrm rot="10800000">
              <a:off x="1169028" y="7403954"/>
              <a:ext cx="314250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62" name="Google Shape;1749;p5"/>
            <p:cNvSpPr/>
            <p:nvPr/>
          </p:nvSpPr>
          <p:spPr>
            <a:xfrm rot="10800000">
              <a:off x="1169028" y="6624580"/>
              <a:ext cx="314250" cy="314313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63" name="Google Shape;1750;p5"/>
            <p:cNvSpPr/>
            <p:nvPr/>
          </p:nvSpPr>
          <p:spPr>
            <a:xfrm rot="10800000">
              <a:off x="1169028" y="5845271"/>
              <a:ext cx="314250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64" name="Google Shape;1751;p5"/>
            <p:cNvSpPr/>
            <p:nvPr/>
          </p:nvSpPr>
          <p:spPr>
            <a:xfrm rot="10800000">
              <a:off x="1169028" y="5065897"/>
              <a:ext cx="314250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65" name="Google Shape;1752;p5"/>
            <p:cNvSpPr/>
            <p:nvPr/>
          </p:nvSpPr>
          <p:spPr>
            <a:xfrm rot="10800000">
              <a:off x="1169028" y="4676178"/>
              <a:ext cx="314250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66" name="Google Shape;1753;p5"/>
            <p:cNvSpPr/>
            <p:nvPr/>
          </p:nvSpPr>
          <p:spPr>
            <a:xfrm rot="10800000">
              <a:off x="1169028" y="3507149"/>
              <a:ext cx="314250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67" name="Google Shape;1754;p5"/>
            <p:cNvSpPr/>
            <p:nvPr/>
          </p:nvSpPr>
          <p:spPr>
            <a:xfrm rot="10800000">
              <a:off x="1169028" y="3117430"/>
              <a:ext cx="314250" cy="314314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68" name="Google Shape;1755;p5"/>
            <p:cNvSpPr/>
            <p:nvPr/>
          </p:nvSpPr>
          <p:spPr>
            <a:xfrm rot="10800000">
              <a:off x="1169028" y="2727776"/>
              <a:ext cx="314250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69" name="Google Shape;1756;p5"/>
            <p:cNvSpPr/>
            <p:nvPr/>
          </p:nvSpPr>
          <p:spPr>
            <a:xfrm rot="10800000">
              <a:off x="1169028" y="2338121"/>
              <a:ext cx="314250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70" name="Google Shape;1757;p5"/>
            <p:cNvSpPr/>
            <p:nvPr/>
          </p:nvSpPr>
          <p:spPr>
            <a:xfrm rot="10800000">
              <a:off x="1169028" y="1948402"/>
              <a:ext cx="314250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71" name="Google Shape;1758;p5"/>
            <p:cNvSpPr/>
            <p:nvPr/>
          </p:nvSpPr>
          <p:spPr>
            <a:xfrm rot="10800000">
              <a:off x="1169028" y="1169028"/>
              <a:ext cx="314250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72" name="Google Shape;1759;p5"/>
            <p:cNvSpPr/>
            <p:nvPr/>
          </p:nvSpPr>
          <p:spPr>
            <a:xfrm rot="10800000">
              <a:off x="1169028" y="779373"/>
              <a:ext cx="314250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73" name="Google Shape;1760;p5"/>
            <p:cNvSpPr/>
            <p:nvPr/>
          </p:nvSpPr>
          <p:spPr>
            <a:xfrm rot="10800000">
              <a:off x="779374" y="12859506"/>
              <a:ext cx="314249" cy="314314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74" name="Google Shape;1761;p5"/>
            <p:cNvSpPr/>
            <p:nvPr/>
          </p:nvSpPr>
          <p:spPr>
            <a:xfrm rot="10800000">
              <a:off x="779374" y="12469852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75" name="Google Shape;1762;p5"/>
            <p:cNvSpPr/>
            <p:nvPr/>
          </p:nvSpPr>
          <p:spPr>
            <a:xfrm rot="10800000">
              <a:off x="779374" y="11300823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76" name="Google Shape;1763;p5"/>
            <p:cNvSpPr/>
            <p:nvPr/>
          </p:nvSpPr>
          <p:spPr>
            <a:xfrm rot="10800000">
              <a:off x="779374" y="10521450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77" name="Google Shape;1764;p5"/>
            <p:cNvSpPr/>
            <p:nvPr/>
          </p:nvSpPr>
          <p:spPr>
            <a:xfrm rot="10800000">
              <a:off x="779374" y="9742076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78" name="Google Shape;1765;p5"/>
            <p:cNvSpPr/>
            <p:nvPr/>
          </p:nvSpPr>
          <p:spPr>
            <a:xfrm rot="10800000">
              <a:off x="779374" y="8573047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79" name="Google Shape;1766;p5"/>
            <p:cNvSpPr/>
            <p:nvPr/>
          </p:nvSpPr>
          <p:spPr>
            <a:xfrm rot="10800000">
              <a:off x="779374" y="7793673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80" name="Google Shape;1767;p5"/>
            <p:cNvSpPr/>
            <p:nvPr/>
          </p:nvSpPr>
          <p:spPr>
            <a:xfrm rot="10800000">
              <a:off x="779374" y="6624580"/>
              <a:ext cx="314249" cy="314313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81" name="Google Shape;1768;p5"/>
            <p:cNvSpPr/>
            <p:nvPr/>
          </p:nvSpPr>
          <p:spPr>
            <a:xfrm rot="10800000">
              <a:off x="779374" y="5845271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82" name="Google Shape;1769;p5"/>
            <p:cNvSpPr/>
            <p:nvPr/>
          </p:nvSpPr>
          <p:spPr>
            <a:xfrm rot="10800000">
              <a:off x="779374" y="5455552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83" name="Google Shape;1770;p5"/>
            <p:cNvSpPr/>
            <p:nvPr/>
          </p:nvSpPr>
          <p:spPr>
            <a:xfrm rot="10800000">
              <a:off x="779374" y="4676178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84" name="Google Shape;1771;p5"/>
            <p:cNvSpPr/>
            <p:nvPr/>
          </p:nvSpPr>
          <p:spPr>
            <a:xfrm rot="10800000">
              <a:off x="779374" y="4286523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85" name="Google Shape;1772;p5"/>
            <p:cNvSpPr/>
            <p:nvPr/>
          </p:nvSpPr>
          <p:spPr>
            <a:xfrm rot="10800000">
              <a:off x="779374" y="3896804"/>
              <a:ext cx="314249" cy="314314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86" name="Google Shape;1773;p5"/>
            <p:cNvSpPr/>
            <p:nvPr/>
          </p:nvSpPr>
          <p:spPr>
            <a:xfrm rot="10800000">
              <a:off x="779374" y="3117430"/>
              <a:ext cx="314249" cy="314314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87" name="Google Shape;1774;p5"/>
            <p:cNvSpPr/>
            <p:nvPr/>
          </p:nvSpPr>
          <p:spPr>
            <a:xfrm rot="10800000">
              <a:off x="779374" y="2727776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88" name="Google Shape;1775;p5"/>
            <p:cNvSpPr/>
            <p:nvPr/>
          </p:nvSpPr>
          <p:spPr>
            <a:xfrm rot="10800000">
              <a:off x="779374" y="1558747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89" name="Google Shape;1776;p5"/>
            <p:cNvSpPr/>
            <p:nvPr/>
          </p:nvSpPr>
          <p:spPr>
            <a:xfrm rot="10800000">
              <a:off x="779374" y="779373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90" name="Google Shape;1777;p5"/>
            <p:cNvSpPr/>
            <p:nvPr/>
          </p:nvSpPr>
          <p:spPr>
            <a:xfrm rot="10800000">
              <a:off x="779374" y="389654"/>
              <a:ext cx="314249" cy="314314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91" name="Google Shape;1778;p5"/>
            <p:cNvSpPr/>
            <p:nvPr/>
          </p:nvSpPr>
          <p:spPr>
            <a:xfrm rot="10800000">
              <a:off x="389654" y="12859506"/>
              <a:ext cx="314314" cy="314314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92" name="Google Shape;1779;p5"/>
            <p:cNvSpPr/>
            <p:nvPr/>
          </p:nvSpPr>
          <p:spPr>
            <a:xfrm rot="10800000">
              <a:off x="389654" y="10521450"/>
              <a:ext cx="314314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93" name="Google Shape;1780;p5"/>
            <p:cNvSpPr/>
            <p:nvPr/>
          </p:nvSpPr>
          <p:spPr>
            <a:xfrm rot="10800000">
              <a:off x="389654" y="8573047"/>
              <a:ext cx="314314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94" name="Google Shape;1781;p5"/>
            <p:cNvSpPr/>
            <p:nvPr/>
          </p:nvSpPr>
          <p:spPr>
            <a:xfrm rot="10800000">
              <a:off x="389654" y="6624580"/>
              <a:ext cx="314314" cy="314313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95" name="Google Shape;1782;p5"/>
            <p:cNvSpPr/>
            <p:nvPr/>
          </p:nvSpPr>
          <p:spPr>
            <a:xfrm rot="10800000">
              <a:off x="389654" y="4286523"/>
              <a:ext cx="314314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96" name="Google Shape;1783;p5"/>
            <p:cNvSpPr/>
            <p:nvPr/>
          </p:nvSpPr>
          <p:spPr>
            <a:xfrm rot="10800000">
              <a:off x="389654" y="2338121"/>
              <a:ext cx="314314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97" name="Google Shape;1784;p5"/>
            <p:cNvSpPr/>
            <p:nvPr/>
          </p:nvSpPr>
          <p:spPr>
            <a:xfrm rot="10800000">
              <a:off x="389654" y="1948402"/>
              <a:ext cx="314314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98" name="Google Shape;1785;p5"/>
            <p:cNvSpPr/>
            <p:nvPr/>
          </p:nvSpPr>
          <p:spPr>
            <a:xfrm rot="10800000">
              <a:off x="389654" y="389654"/>
              <a:ext cx="314314" cy="314314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99" name="Google Shape;1786;p5"/>
            <p:cNvSpPr/>
            <p:nvPr/>
          </p:nvSpPr>
          <p:spPr>
            <a:xfrm rot="10800000">
              <a:off x="0" y="12080197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00" name="Google Shape;1787;p5"/>
            <p:cNvSpPr/>
            <p:nvPr/>
          </p:nvSpPr>
          <p:spPr>
            <a:xfrm rot="10800000">
              <a:off x="0" y="9742076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01" name="Google Shape;1788;p5"/>
            <p:cNvSpPr/>
            <p:nvPr/>
          </p:nvSpPr>
          <p:spPr>
            <a:xfrm rot="10800000">
              <a:off x="0" y="7014299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grpSp>
        <p:nvGrpSpPr>
          <p:cNvPr id="453" name="Google Shape;1789;p5"/>
          <p:cNvGrpSpPr/>
          <p:nvPr/>
        </p:nvGrpSpPr>
        <p:grpSpPr>
          <a:xfrm>
            <a:off x="20486537" y="76551"/>
            <a:ext cx="3042024" cy="13563474"/>
            <a:chOff x="0" y="0"/>
            <a:chExt cx="3042023" cy="13563473"/>
          </a:xfrm>
        </p:grpSpPr>
        <p:sp>
          <p:nvSpPr>
            <p:cNvPr id="403" name="Google Shape;1790;p5"/>
            <p:cNvSpPr/>
            <p:nvPr/>
          </p:nvSpPr>
          <p:spPr>
            <a:xfrm rot="10800000">
              <a:off x="2727775" y="12859504"/>
              <a:ext cx="314249" cy="314314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04" name="Google Shape;1791;p5"/>
            <p:cNvSpPr/>
            <p:nvPr/>
          </p:nvSpPr>
          <p:spPr>
            <a:xfrm rot="10800000">
              <a:off x="2727775" y="7793673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05" name="Google Shape;1792;p5"/>
            <p:cNvSpPr/>
            <p:nvPr/>
          </p:nvSpPr>
          <p:spPr>
            <a:xfrm rot="10800000">
              <a:off x="2727775" y="6624580"/>
              <a:ext cx="314249" cy="314313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06" name="Google Shape;1793;p5"/>
            <p:cNvSpPr/>
            <p:nvPr/>
          </p:nvSpPr>
          <p:spPr>
            <a:xfrm rot="10800000">
              <a:off x="2727775" y="3117430"/>
              <a:ext cx="314249" cy="314313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07" name="Google Shape;1794;p5"/>
            <p:cNvSpPr/>
            <p:nvPr/>
          </p:nvSpPr>
          <p:spPr>
            <a:xfrm rot="10800000">
              <a:off x="2338120" y="12859504"/>
              <a:ext cx="314249" cy="314314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08" name="Google Shape;1795;p5"/>
            <p:cNvSpPr/>
            <p:nvPr/>
          </p:nvSpPr>
          <p:spPr>
            <a:xfrm rot="10800000">
              <a:off x="2338120" y="12080195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09" name="Google Shape;1796;p5"/>
            <p:cNvSpPr/>
            <p:nvPr/>
          </p:nvSpPr>
          <p:spPr>
            <a:xfrm rot="10800000">
              <a:off x="2338120" y="11300822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10" name="Google Shape;1797;p5"/>
            <p:cNvSpPr/>
            <p:nvPr/>
          </p:nvSpPr>
          <p:spPr>
            <a:xfrm rot="10800000">
              <a:off x="2338120" y="9742075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11" name="Google Shape;1798;p5"/>
            <p:cNvSpPr/>
            <p:nvPr/>
          </p:nvSpPr>
          <p:spPr>
            <a:xfrm rot="10800000">
              <a:off x="2338120" y="9352355"/>
              <a:ext cx="314249" cy="314314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12" name="Google Shape;1799;p5"/>
            <p:cNvSpPr/>
            <p:nvPr/>
          </p:nvSpPr>
          <p:spPr>
            <a:xfrm rot="10800000">
              <a:off x="2338120" y="8573046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13" name="Google Shape;1800;p5"/>
            <p:cNvSpPr/>
            <p:nvPr/>
          </p:nvSpPr>
          <p:spPr>
            <a:xfrm rot="10800000">
              <a:off x="2338120" y="8183327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14" name="Google Shape;1801;p5"/>
            <p:cNvSpPr/>
            <p:nvPr/>
          </p:nvSpPr>
          <p:spPr>
            <a:xfrm rot="10800000">
              <a:off x="2338120" y="7793673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15" name="Google Shape;1802;p5"/>
            <p:cNvSpPr/>
            <p:nvPr/>
          </p:nvSpPr>
          <p:spPr>
            <a:xfrm rot="10800000">
              <a:off x="2338120" y="6234925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16" name="Google Shape;1803;p5"/>
            <p:cNvSpPr/>
            <p:nvPr/>
          </p:nvSpPr>
          <p:spPr>
            <a:xfrm rot="10800000">
              <a:off x="2338120" y="5845270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17" name="Google Shape;1804;p5"/>
            <p:cNvSpPr/>
            <p:nvPr/>
          </p:nvSpPr>
          <p:spPr>
            <a:xfrm rot="10800000">
              <a:off x="2338120" y="5455551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18" name="Google Shape;1805;p5"/>
            <p:cNvSpPr/>
            <p:nvPr/>
          </p:nvSpPr>
          <p:spPr>
            <a:xfrm rot="10800000">
              <a:off x="2338120" y="3896804"/>
              <a:ext cx="314249" cy="314313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19" name="Google Shape;1806;p5"/>
            <p:cNvSpPr/>
            <p:nvPr/>
          </p:nvSpPr>
          <p:spPr>
            <a:xfrm rot="10800000">
              <a:off x="2338120" y="3507149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20" name="Google Shape;1807;p5"/>
            <p:cNvSpPr/>
            <p:nvPr/>
          </p:nvSpPr>
          <p:spPr>
            <a:xfrm rot="10800000">
              <a:off x="2338120" y="2338121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21" name="Google Shape;1808;p5"/>
            <p:cNvSpPr/>
            <p:nvPr/>
          </p:nvSpPr>
          <p:spPr>
            <a:xfrm rot="10800000">
              <a:off x="2338120" y="1948402"/>
              <a:ext cx="314249" cy="314248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22" name="Google Shape;1809;p5"/>
            <p:cNvSpPr/>
            <p:nvPr/>
          </p:nvSpPr>
          <p:spPr>
            <a:xfrm rot="10800000">
              <a:off x="2338120" y="1558747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23" name="Google Shape;1810;p5"/>
            <p:cNvSpPr/>
            <p:nvPr/>
          </p:nvSpPr>
          <p:spPr>
            <a:xfrm rot="10800000">
              <a:off x="2338120" y="779373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24" name="Google Shape;1811;p5"/>
            <p:cNvSpPr/>
            <p:nvPr/>
          </p:nvSpPr>
          <p:spPr>
            <a:xfrm rot="10800000">
              <a:off x="1948401" y="13249225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25" name="Google Shape;1812;p5"/>
            <p:cNvSpPr/>
            <p:nvPr/>
          </p:nvSpPr>
          <p:spPr>
            <a:xfrm rot="10800000">
              <a:off x="1948401" y="12469851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26" name="Google Shape;1813;p5"/>
            <p:cNvSpPr/>
            <p:nvPr/>
          </p:nvSpPr>
          <p:spPr>
            <a:xfrm rot="10800000">
              <a:off x="1948401" y="11690477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27" name="Google Shape;1814;p5"/>
            <p:cNvSpPr/>
            <p:nvPr/>
          </p:nvSpPr>
          <p:spPr>
            <a:xfrm rot="10800000">
              <a:off x="1948401" y="11300822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28" name="Google Shape;1815;p5"/>
            <p:cNvSpPr/>
            <p:nvPr/>
          </p:nvSpPr>
          <p:spPr>
            <a:xfrm rot="10800000">
              <a:off x="1948401" y="9742075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29" name="Google Shape;1816;p5"/>
            <p:cNvSpPr/>
            <p:nvPr/>
          </p:nvSpPr>
          <p:spPr>
            <a:xfrm rot="10800000">
              <a:off x="1948401" y="8183327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30" name="Google Shape;1817;p5"/>
            <p:cNvSpPr/>
            <p:nvPr/>
          </p:nvSpPr>
          <p:spPr>
            <a:xfrm rot="10800000">
              <a:off x="1948401" y="7793673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31" name="Google Shape;1818;p5"/>
            <p:cNvSpPr/>
            <p:nvPr/>
          </p:nvSpPr>
          <p:spPr>
            <a:xfrm rot="10800000">
              <a:off x="1948401" y="7403953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32" name="Google Shape;1819;p5"/>
            <p:cNvSpPr/>
            <p:nvPr/>
          </p:nvSpPr>
          <p:spPr>
            <a:xfrm rot="10800000">
              <a:off x="1948401" y="5065896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33" name="Google Shape;1820;p5"/>
            <p:cNvSpPr/>
            <p:nvPr/>
          </p:nvSpPr>
          <p:spPr>
            <a:xfrm rot="10800000">
              <a:off x="1948401" y="3117430"/>
              <a:ext cx="314249" cy="314313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34" name="Google Shape;1821;p5"/>
            <p:cNvSpPr/>
            <p:nvPr/>
          </p:nvSpPr>
          <p:spPr>
            <a:xfrm rot="10800000">
              <a:off x="1948401" y="1948402"/>
              <a:ext cx="314249" cy="314248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35" name="Google Shape;1822;p5"/>
            <p:cNvSpPr/>
            <p:nvPr/>
          </p:nvSpPr>
          <p:spPr>
            <a:xfrm rot="10800000">
              <a:off x="1948401" y="1558747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36" name="Google Shape;1823;p5"/>
            <p:cNvSpPr/>
            <p:nvPr/>
          </p:nvSpPr>
          <p:spPr>
            <a:xfrm rot="10800000">
              <a:off x="1948401" y="-1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37" name="Google Shape;1824;p5"/>
            <p:cNvSpPr/>
            <p:nvPr/>
          </p:nvSpPr>
          <p:spPr>
            <a:xfrm rot="10800000">
              <a:off x="1558747" y="13249225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38" name="Google Shape;1825;p5"/>
            <p:cNvSpPr/>
            <p:nvPr/>
          </p:nvSpPr>
          <p:spPr>
            <a:xfrm rot="10800000">
              <a:off x="1558747" y="12859504"/>
              <a:ext cx="314249" cy="314314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39" name="Google Shape;1826;p5"/>
            <p:cNvSpPr/>
            <p:nvPr/>
          </p:nvSpPr>
          <p:spPr>
            <a:xfrm rot="10800000">
              <a:off x="1558747" y="11690477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40" name="Google Shape;1827;p5"/>
            <p:cNvSpPr/>
            <p:nvPr/>
          </p:nvSpPr>
          <p:spPr>
            <a:xfrm rot="10800000">
              <a:off x="1558747" y="10911102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41" name="Google Shape;1828;p5"/>
            <p:cNvSpPr/>
            <p:nvPr/>
          </p:nvSpPr>
          <p:spPr>
            <a:xfrm rot="10800000">
              <a:off x="1558747" y="8962700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42" name="Google Shape;1829;p5"/>
            <p:cNvSpPr/>
            <p:nvPr/>
          </p:nvSpPr>
          <p:spPr>
            <a:xfrm rot="10800000">
              <a:off x="1558747" y="8573046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43" name="Google Shape;1830;p5"/>
            <p:cNvSpPr/>
            <p:nvPr/>
          </p:nvSpPr>
          <p:spPr>
            <a:xfrm rot="10800000">
              <a:off x="1558747" y="4286523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44" name="Google Shape;1831;p5"/>
            <p:cNvSpPr/>
            <p:nvPr/>
          </p:nvSpPr>
          <p:spPr>
            <a:xfrm rot="10800000">
              <a:off x="1558747" y="3507149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45" name="Google Shape;1832;p5"/>
            <p:cNvSpPr/>
            <p:nvPr/>
          </p:nvSpPr>
          <p:spPr>
            <a:xfrm rot="10800000">
              <a:off x="1169028" y="13249225"/>
              <a:ext cx="314248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46" name="Google Shape;1833;p5"/>
            <p:cNvSpPr/>
            <p:nvPr/>
          </p:nvSpPr>
          <p:spPr>
            <a:xfrm rot="10800000">
              <a:off x="1169028" y="12080195"/>
              <a:ext cx="314248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47" name="Google Shape;1834;p5"/>
            <p:cNvSpPr/>
            <p:nvPr/>
          </p:nvSpPr>
          <p:spPr>
            <a:xfrm rot="10800000">
              <a:off x="1169028" y="7793673"/>
              <a:ext cx="314248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48" name="Google Shape;1835;p5"/>
            <p:cNvSpPr/>
            <p:nvPr/>
          </p:nvSpPr>
          <p:spPr>
            <a:xfrm rot="10800000">
              <a:off x="1169028" y="5455551"/>
              <a:ext cx="314248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49" name="Google Shape;1836;p5"/>
            <p:cNvSpPr/>
            <p:nvPr/>
          </p:nvSpPr>
          <p:spPr>
            <a:xfrm rot="10800000">
              <a:off x="1169028" y="4286523"/>
              <a:ext cx="314248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50" name="Google Shape;1837;p5"/>
            <p:cNvSpPr/>
            <p:nvPr/>
          </p:nvSpPr>
          <p:spPr>
            <a:xfrm rot="10800000">
              <a:off x="779373" y="10131728"/>
              <a:ext cx="314249" cy="314314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51" name="Google Shape;1838;p5"/>
            <p:cNvSpPr/>
            <p:nvPr/>
          </p:nvSpPr>
          <p:spPr>
            <a:xfrm rot="10800000">
              <a:off x="779373" y="7014298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52" name="Google Shape;1839;p5"/>
            <p:cNvSpPr/>
            <p:nvPr/>
          </p:nvSpPr>
          <p:spPr>
            <a:xfrm rot="10800000">
              <a:off x="0" y="1169028"/>
              <a:ext cx="314248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sp>
        <p:nvSpPr>
          <p:cNvPr id="454" name="Numer slajdu"/>
          <p:cNvSpPr txBox="1"/>
          <p:nvPr>
            <p:ph type="sldNum" sz="quarter" idx="2"/>
          </p:nvPr>
        </p:nvSpPr>
        <p:spPr>
          <a:xfrm>
            <a:off x="244082" y="12626902"/>
            <a:ext cx="952341" cy="970201"/>
          </a:xfrm>
          <a:prstGeom prst="rect">
            <a:avLst/>
          </a:prstGeom>
        </p:spPr>
        <p:txBody>
          <a:bodyPr lIns="243799" tIns="243799" rIns="243799" bIns="243799" anchor="ctr"/>
          <a:lstStyle>
            <a:lvl1pPr algn="l" defTabSz="2438400">
              <a:defRPr sz="32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_1">
    <p:bg>
      <p:bgPr>
        <a:solidFill>
          <a:srgbClr val="003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8" name="Google Shape;3231;p11"/>
          <p:cNvGrpSpPr/>
          <p:nvPr/>
        </p:nvGrpSpPr>
        <p:grpSpPr>
          <a:xfrm>
            <a:off x="23603965" y="76551"/>
            <a:ext cx="703968" cy="13563474"/>
            <a:chOff x="0" y="0"/>
            <a:chExt cx="703967" cy="13563473"/>
          </a:xfrm>
        </p:grpSpPr>
        <p:sp>
          <p:nvSpPr>
            <p:cNvPr id="461" name="Google Shape;3232;p11"/>
            <p:cNvSpPr/>
            <p:nvPr/>
          </p:nvSpPr>
          <p:spPr>
            <a:xfrm rot="10800000">
              <a:off x="389719" y="13249225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62" name="Google Shape;3233;p11"/>
            <p:cNvSpPr/>
            <p:nvPr/>
          </p:nvSpPr>
          <p:spPr>
            <a:xfrm rot="10800000">
              <a:off x="389719" y="12859504"/>
              <a:ext cx="314249" cy="314314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63" name="Google Shape;3234;p11"/>
            <p:cNvSpPr/>
            <p:nvPr/>
          </p:nvSpPr>
          <p:spPr>
            <a:xfrm rot="10800000">
              <a:off x="389719" y="12469851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64" name="Google Shape;3235;p11"/>
            <p:cNvSpPr/>
            <p:nvPr/>
          </p:nvSpPr>
          <p:spPr>
            <a:xfrm rot="10800000">
              <a:off x="389719" y="12080195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65" name="Google Shape;3236;p11"/>
            <p:cNvSpPr/>
            <p:nvPr/>
          </p:nvSpPr>
          <p:spPr>
            <a:xfrm rot="10800000">
              <a:off x="389719" y="11690477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66" name="Google Shape;3237;p11"/>
            <p:cNvSpPr/>
            <p:nvPr/>
          </p:nvSpPr>
          <p:spPr>
            <a:xfrm rot="10800000">
              <a:off x="389719" y="11300822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67" name="Google Shape;3238;p11"/>
            <p:cNvSpPr/>
            <p:nvPr/>
          </p:nvSpPr>
          <p:spPr>
            <a:xfrm rot="10800000">
              <a:off x="389719" y="10911102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68" name="Google Shape;3239;p11"/>
            <p:cNvSpPr/>
            <p:nvPr/>
          </p:nvSpPr>
          <p:spPr>
            <a:xfrm rot="10800000">
              <a:off x="389719" y="10521449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69" name="Google Shape;3240;p11"/>
            <p:cNvSpPr/>
            <p:nvPr/>
          </p:nvSpPr>
          <p:spPr>
            <a:xfrm rot="10800000">
              <a:off x="389719" y="10131728"/>
              <a:ext cx="314249" cy="314314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70" name="Google Shape;3241;p11"/>
            <p:cNvSpPr/>
            <p:nvPr/>
          </p:nvSpPr>
          <p:spPr>
            <a:xfrm rot="10800000">
              <a:off x="389719" y="9742075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71" name="Google Shape;3242;p11"/>
            <p:cNvSpPr/>
            <p:nvPr/>
          </p:nvSpPr>
          <p:spPr>
            <a:xfrm rot="10800000">
              <a:off x="389719" y="9352355"/>
              <a:ext cx="314249" cy="314314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72" name="Google Shape;3243;p11"/>
            <p:cNvSpPr/>
            <p:nvPr/>
          </p:nvSpPr>
          <p:spPr>
            <a:xfrm rot="10800000">
              <a:off x="389719" y="8962700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73" name="Google Shape;3244;p11"/>
            <p:cNvSpPr/>
            <p:nvPr/>
          </p:nvSpPr>
          <p:spPr>
            <a:xfrm rot="10800000">
              <a:off x="389719" y="8573046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74" name="Google Shape;3245;p11"/>
            <p:cNvSpPr/>
            <p:nvPr/>
          </p:nvSpPr>
          <p:spPr>
            <a:xfrm rot="10800000">
              <a:off x="389719" y="8183327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75" name="Google Shape;3246;p11"/>
            <p:cNvSpPr/>
            <p:nvPr/>
          </p:nvSpPr>
          <p:spPr>
            <a:xfrm rot="10800000">
              <a:off x="389719" y="7793673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76" name="Google Shape;3247;p11"/>
            <p:cNvSpPr/>
            <p:nvPr/>
          </p:nvSpPr>
          <p:spPr>
            <a:xfrm rot="10800000">
              <a:off x="389719" y="7403953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77" name="Google Shape;3248;p11"/>
            <p:cNvSpPr/>
            <p:nvPr/>
          </p:nvSpPr>
          <p:spPr>
            <a:xfrm rot="10800000">
              <a:off x="389719" y="7014298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78" name="Google Shape;3249;p11"/>
            <p:cNvSpPr/>
            <p:nvPr/>
          </p:nvSpPr>
          <p:spPr>
            <a:xfrm rot="10800000">
              <a:off x="389719" y="6624580"/>
              <a:ext cx="314249" cy="314313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79" name="Google Shape;3250;p11"/>
            <p:cNvSpPr/>
            <p:nvPr/>
          </p:nvSpPr>
          <p:spPr>
            <a:xfrm rot="10800000">
              <a:off x="389719" y="6234925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80" name="Google Shape;3251;p11"/>
            <p:cNvSpPr/>
            <p:nvPr/>
          </p:nvSpPr>
          <p:spPr>
            <a:xfrm rot="10800000">
              <a:off x="389719" y="5845270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81" name="Google Shape;3252;p11"/>
            <p:cNvSpPr/>
            <p:nvPr/>
          </p:nvSpPr>
          <p:spPr>
            <a:xfrm rot="10800000">
              <a:off x="389719" y="5455551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82" name="Google Shape;3253;p11"/>
            <p:cNvSpPr/>
            <p:nvPr/>
          </p:nvSpPr>
          <p:spPr>
            <a:xfrm rot="10800000">
              <a:off x="389719" y="5065896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83" name="Google Shape;3254;p11"/>
            <p:cNvSpPr/>
            <p:nvPr/>
          </p:nvSpPr>
          <p:spPr>
            <a:xfrm rot="10800000">
              <a:off x="389719" y="4676177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84" name="Google Shape;3255;p11"/>
            <p:cNvSpPr/>
            <p:nvPr/>
          </p:nvSpPr>
          <p:spPr>
            <a:xfrm rot="10800000">
              <a:off x="389719" y="4286523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85" name="Google Shape;3256;p11"/>
            <p:cNvSpPr/>
            <p:nvPr/>
          </p:nvSpPr>
          <p:spPr>
            <a:xfrm rot="10800000">
              <a:off x="389719" y="3896804"/>
              <a:ext cx="314249" cy="314313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86" name="Google Shape;3257;p11"/>
            <p:cNvSpPr/>
            <p:nvPr/>
          </p:nvSpPr>
          <p:spPr>
            <a:xfrm rot="10800000">
              <a:off x="389719" y="3507149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87" name="Google Shape;3258;p11"/>
            <p:cNvSpPr/>
            <p:nvPr/>
          </p:nvSpPr>
          <p:spPr>
            <a:xfrm rot="10800000">
              <a:off x="389719" y="3117430"/>
              <a:ext cx="314249" cy="314313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88" name="Google Shape;3259;p11"/>
            <p:cNvSpPr/>
            <p:nvPr/>
          </p:nvSpPr>
          <p:spPr>
            <a:xfrm rot="10800000">
              <a:off x="389719" y="2727775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89" name="Google Shape;3260;p11"/>
            <p:cNvSpPr/>
            <p:nvPr/>
          </p:nvSpPr>
          <p:spPr>
            <a:xfrm rot="10800000">
              <a:off x="389719" y="2338121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90" name="Google Shape;3261;p11"/>
            <p:cNvSpPr/>
            <p:nvPr/>
          </p:nvSpPr>
          <p:spPr>
            <a:xfrm rot="10800000">
              <a:off x="389719" y="1948402"/>
              <a:ext cx="314249" cy="314248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91" name="Google Shape;3262;p11"/>
            <p:cNvSpPr/>
            <p:nvPr/>
          </p:nvSpPr>
          <p:spPr>
            <a:xfrm rot="10800000">
              <a:off x="389719" y="1558747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92" name="Google Shape;3263;p11"/>
            <p:cNvSpPr/>
            <p:nvPr/>
          </p:nvSpPr>
          <p:spPr>
            <a:xfrm rot="10800000">
              <a:off x="389719" y="1169028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93" name="Google Shape;3264;p11"/>
            <p:cNvSpPr/>
            <p:nvPr/>
          </p:nvSpPr>
          <p:spPr>
            <a:xfrm rot="10800000">
              <a:off x="389719" y="779373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94" name="Google Shape;3265;p11"/>
            <p:cNvSpPr/>
            <p:nvPr/>
          </p:nvSpPr>
          <p:spPr>
            <a:xfrm rot="10800000">
              <a:off x="389719" y="389654"/>
              <a:ext cx="314249" cy="314314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95" name="Google Shape;3266;p11"/>
            <p:cNvSpPr/>
            <p:nvPr/>
          </p:nvSpPr>
          <p:spPr>
            <a:xfrm rot="10800000">
              <a:off x="389719" y="-1"/>
              <a:ext cx="314249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96" name="Google Shape;3267;p11"/>
            <p:cNvSpPr/>
            <p:nvPr/>
          </p:nvSpPr>
          <p:spPr>
            <a:xfrm rot="10800000">
              <a:off x="0" y="13249225"/>
              <a:ext cx="314313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97" name="Google Shape;3268;p11"/>
            <p:cNvSpPr/>
            <p:nvPr/>
          </p:nvSpPr>
          <p:spPr>
            <a:xfrm rot="10800000">
              <a:off x="0" y="12469851"/>
              <a:ext cx="314313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98" name="Google Shape;3269;p11"/>
            <p:cNvSpPr/>
            <p:nvPr/>
          </p:nvSpPr>
          <p:spPr>
            <a:xfrm rot="10800000">
              <a:off x="0" y="11300822"/>
              <a:ext cx="314313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99" name="Google Shape;3270;p11"/>
            <p:cNvSpPr/>
            <p:nvPr/>
          </p:nvSpPr>
          <p:spPr>
            <a:xfrm rot="10800000">
              <a:off x="0" y="10911102"/>
              <a:ext cx="314313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00" name="Google Shape;3271;p11"/>
            <p:cNvSpPr/>
            <p:nvPr/>
          </p:nvSpPr>
          <p:spPr>
            <a:xfrm rot="10800000">
              <a:off x="0" y="10131728"/>
              <a:ext cx="314313" cy="314314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01" name="Google Shape;3272;p11"/>
            <p:cNvSpPr/>
            <p:nvPr/>
          </p:nvSpPr>
          <p:spPr>
            <a:xfrm rot="10800000">
              <a:off x="0" y="9742075"/>
              <a:ext cx="314313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02" name="Google Shape;3273;p11"/>
            <p:cNvSpPr/>
            <p:nvPr/>
          </p:nvSpPr>
          <p:spPr>
            <a:xfrm rot="10800000">
              <a:off x="0" y="8183327"/>
              <a:ext cx="314313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03" name="Google Shape;3274;p11"/>
            <p:cNvSpPr/>
            <p:nvPr/>
          </p:nvSpPr>
          <p:spPr>
            <a:xfrm rot="10800000">
              <a:off x="0" y="7793673"/>
              <a:ext cx="314313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04" name="Google Shape;3275;p11"/>
            <p:cNvSpPr/>
            <p:nvPr/>
          </p:nvSpPr>
          <p:spPr>
            <a:xfrm rot="10800000">
              <a:off x="0" y="7403953"/>
              <a:ext cx="314313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05" name="Google Shape;3276;p11"/>
            <p:cNvSpPr/>
            <p:nvPr/>
          </p:nvSpPr>
          <p:spPr>
            <a:xfrm rot="10800000">
              <a:off x="0" y="7014298"/>
              <a:ext cx="314313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06" name="Google Shape;3277;p11"/>
            <p:cNvSpPr/>
            <p:nvPr/>
          </p:nvSpPr>
          <p:spPr>
            <a:xfrm rot="10800000">
              <a:off x="0" y="6234925"/>
              <a:ext cx="314313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07" name="Google Shape;3278;p11"/>
            <p:cNvSpPr/>
            <p:nvPr/>
          </p:nvSpPr>
          <p:spPr>
            <a:xfrm rot="10800000">
              <a:off x="0" y="5455551"/>
              <a:ext cx="314313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08" name="Google Shape;3279;p11"/>
            <p:cNvSpPr/>
            <p:nvPr/>
          </p:nvSpPr>
          <p:spPr>
            <a:xfrm rot="10800000">
              <a:off x="0" y="5065896"/>
              <a:ext cx="314313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09" name="Google Shape;3280;p11"/>
            <p:cNvSpPr/>
            <p:nvPr/>
          </p:nvSpPr>
          <p:spPr>
            <a:xfrm rot="10800000">
              <a:off x="0" y="4286523"/>
              <a:ext cx="314313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10" name="Google Shape;3281;p11"/>
            <p:cNvSpPr/>
            <p:nvPr/>
          </p:nvSpPr>
          <p:spPr>
            <a:xfrm rot="10800000">
              <a:off x="0" y="3896804"/>
              <a:ext cx="314313" cy="314313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11" name="Google Shape;3282;p11"/>
            <p:cNvSpPr/>
            <p:nvPr/>
          </p:nvSpPr>
          <p:spPr>
            <a:xfrm rot="10800000">
              <a:off x="0" y="3507149"/>
              <a:ext cx="314313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12" name="Google Shape;3283;p11"/>
            <p:cNvSpPr/>
            <p:nvPr/>
          </p:nvSpPr>
          <p:spPr>
            <a:xfrm rot="10800000">
              <a:off x="0" y="3117430"/>
              <a:ext cx="314313" cy="314313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13" name="Google Shape;3284;p11"/>
            <p:cNvSpPr/>
            <p:nvPr/>
          </p:nvSpPr>
          <p:spPr>
            <a:xfrm rot="10800000">
              <a:off x="0" y="1948402"/>
              <a:ext cx="314313" cy="314248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14" name="Google Shape;3285;p11"/>
            <p:cNvSpPr/>
            <p:nvPr/>
          </p:nvSpPr>
          <p:spPr>
            <a:xfrm rot="10800000">
              <a:off x="0" y="1558747"/>
              <a:ext cx="314313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15" name="Google Shape;3286;p11"/>
            <p:cNvSpPr/>
            <p:nvPr/>
          </p:nvSpPr>
          <p:spPr>
            <a:xfrm rot="10800000">
              <a:off x="0" y="779373"/>
              <a:ext cx="314313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16" name="Google Shape;3287;p11"/>
            <p:cNvSpPr/>
            <p:nvPr/>
          </p:nvSpPr>
          <p:spPr>
            <a:xfrm rot="10800000">
              <a:off x="0" y="389654"/>
              <a:ext cx="314313" cy="314314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17" name="Google Shape;3288;p11"/>
            <p:cNvSpPr/>
            <p:nvPr/>
          </p:nvSpPr>
          <p:spPr>
            <a:xfrm rot="10800000">
              <a:off x="0" y="-1"/>
              <a:ext cx="314313" cy="314249"/>
            </a:xfrm>
            <a:prstGeom prst="rect">
              <a:avLst/>
            </a:prstGeom>
            <a:solidFill>
              <a:srgbClr val="D3EBD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grpSp>
        <p:nvGrpSpPr>
          <p:cNvPr id="581" name="Google Shape;3289;p11"/>
          <p:cNvGrpSpPr/>
          <p:nvPr/>
        </p:nvGrpSpPr>
        <p:grpSpPr>
          <a:xfrm>
            <a:off x="20876189" y="76551"/>
            <a:ext cx="3042089" cy="13563474"/>
            <a:chOff x="0" y="0"/>
            <a:chExt cx="3042087" cy="13563473"/>
          </a:xfrm>
        </p:grpSpPr>
        <p:sp>
          <p:nvSpPr>
            <p:cNvPr id="519" name="Google Shape;3290;p11"/>
            <p:cNvSpPr/>
            <p:nvPr/>
          </p:nvSpPr>
          <p:spPr>
            <a:xfrm rot="10800000">
              <a:off x="2727775" y="12859504"/>
              <a:ext cx="314313" cy="314314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20" name="Google Shape;3291;p11"/>
            <p:cNvSpPr/>
            <p:nvPr/>
          </p:nvSpPr>
          <p:spPr>
            <a:xfrm rot="10800000">
              <a:off x="2727775" y="12080195"/>
              <a:ext cx="314313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21" name="Google Shape;3292;p11"/>
            <p:cNvSpPr/>
            <p:nvPr/>
          </p:nvSpPr>
          <p:spPr>
            <a:xfrm rot="10800000">
              <a:off x="2727775" y="11690477"/>
              <a:ext cx="314313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22" name="Google Shape;3293;p11"/>
            <p:cNvSpPr/>
            <p:nvPr/>
          </p:nvSpPr>
          <p:spPr>
            <a:xfrm rot="10800000">
              <a:off x="2727775" y="10521449"/>
              <a:ext cx="314313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23" name="Google Shape;3294;p11"/>
            <p:cNvSpPr/>
            <p:nvPr/>
          </p:nvSpPr>
          <p:spPr>
            <a:xfrm rot="10800000">
              <a:off x="2727775" y="9352355"/>
              <a:ext cx="314313" cy="314314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24" name="Google Shape;3295;p11"/>
            <p:cNvSpPr/>
            <p:nvPr/>
          </p:nvSpPr>
          <p:spPr>
            <a:xfrm rot="10800000">
              <a:off x="2727775" y="8962700"/>
              <a:ext cx="314313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25" name="Google Shape;3296;p11"/>
            <p:cNvSpPr/>
            <p:nvPr/>
          </p:nvSpPr>
          <p:spPr>
            <a:xfrm rot="10800000">
              <a:off x="2727775" y="8573046"/>
              <a:ext cx="314313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26" name="Google Shape;3297;p11"/>
            <p:cNvSpPr/>
            <p:nvPr/>
          </p:nvSpPr>
          <p:spPr>
            <a:xfrm rot="10800000">
              <a:off x="2727775" y="6624580"/>
              <a:ext cx="314313" cy="314313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27" name="Google Shape;3298;p11"/>
            <p:cNvSpPr/>
            <p:nvPr/>
          </p:nvSpPr>
          <p:spPr>
            <a:xfrm rot="10800000">
              <a:off x="2727775" y="5845270"/>
              <a:ext cx="314313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28" name="Google Shape;3299;p11"/>
            <p:cNvSpPr/>
            <p:nvPr/>
          </p:nvSpPr>
          <p:spPr>
            <a:xfrm rot="10800000">
              <a:off x="2727775" y="4676177"/>
              <a:ext cx="314313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29" name="Google Shape;3300;p11"/>
            <p:cNvSpPr/>
            <p:nvPr/>
          </p:nvSpPr>
          <p:spPr>
            <a:xfrm rot="10800000">
              <a:off x="2727775" y="2727775"/>
              <a:ext cx="314313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30" name="Google Shape;3301;p11"/>
            <p:cNvSpPr/>
            <p:nvPr/>
          </p:nvSpPr>
          <p:spPr>
            <a:xfrm rot="10800000">
              <a:off x="2727775" y="2338121"/>
              <a:ext cx="314313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31" name="Google Shape;3302;p11"/>
            <p:cNvSpPr/>
            <p:nvPr/>
          </p:nvSpPr>
          <p:spPr>
            <a:xfrm rot="10800000">
              <a:off x="2727775" y="1169028"/>
              <a:ext cx="314313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32" name="Google Shape;3303;p11"/>
            <p:cNvSpPr/>
            <p:nvPr/>
          </p:nvSpPr>
          <p:spPr>
            <a:xfrm rot="10800000">
              <a:off x="2338120" y="13249225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33" name="Google Shape;3304;p11"/>
            <p:cNvSpPr/>
            <p:nvPr/>
          </p:nvSpPr>
          <p:spPr>
            <a:xfrm rot="10800000">
              <a:off x="2338120" y="12469851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34" name="Google Shape;3305;p11"/>
            <p:cNvSpPr/>
            <p:nvPr/>
          </p:nvSpPr>
          <p:spPr>
            <a:xfrm rot="10800000">
              <a:off x="2338120" y="12080195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35" name="Google Shape;3306;p11"/>
            <p:cNvSpPr/>
            <p:nvPr/>
          </p:nvSpPr>
          <p:spPr>
            <a:xfrm rot="10800000">
              <a:off x="2338120" y="11690477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36" name="Google Shape;3307;p11"/>
            <p:cNvSpPr/>
            <p:nvPr/>
          </p:nvSpPr>
          <p:spPr>
            <a:xfrm rot="10800000">
              <a:off x="2338120" y="11300822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37" name="Google Shape;3308;p11"/>
            <p:cNvSpPr/>
            <p:nvPr/>
          </p:nvSpPr>
          <p:spPr>
            <a:xfrm rot="10800000">
              <a:off x="2338120" y="10911102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38" name="Google Shape;3309;p11"/>
            <p:cNvSpPr/>
            <p:nvPr/>
          </p:nvSpPr>
          <p:spPr>
            <a:xfrm rot="10800000">
              <a:off x="2338120" y="10521449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39" name="Google Shape;3310;p11"/>
            <p:cNvSpPr/>
            <p:nvPr/>
          </p:nvSpPr>
          <p:spPr>
            <a:xfrm rot="10800000">
              <a:off x="2338120" y="10131728"/>
              <a:ext cx="314249" cy="314314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40" name="Google Shape;3311;p11"/>
            <p:cNvSpPr/>
            <p:nvPr/>
          </p:nvSpPr>
          <p:spPr>
            <a:xfrm rot="10800000">
              <a:off x="2338120" y="9742075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41" name="Google Shape;3312;p11"/>
            <p:cNvSpPr/>
            <p:nvPr/>
          </p:nvSpPr>
          <p:spPr>
            <a:xfrm rot="10800000">
              <a:off x="2338120" y="9352355"/>
              <a:ext cx="314249" cy="314314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42" name="Google Shape;3313;p11"/>
            <p:cNvSpPr/>
            <p:nvPr/>
          </p:nvSpPr>
          <p:spPr>
            <a:xfrm rot="10800000">
              <a:off x="2338120" y="8962700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43" name="Google Shape;3314;p11"/>
            <p:cNvSpPr/>
            <p:nvPr/>
          </p:nvSpPr>
          <p:spPr>
            <a:xfrm rot="10800000">
              <a:off x="2338120" y="8573046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44" name="Google Shape;3315;p11"/>
            <p:cNvSpPr/>
            <p:nvPr/>
          </p:nvSpPr>
          <p:spPr>
            <a:xfrm rot="10800000">
              <a:off x="2338120" y="8183327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45" name="Google Shape;3316;p11"/>
            <p:cNvSpPr/>
            <p:nvPr/>
          </p:nvSpPr>
          <p:spPr>
            <a:xfrm rot="10800000">
              <a:off x="2338120" y="7403953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46" name="Google Shape;3317;p11"/>
            <p:cNvSpPr/>
            <p:nvPr/>
          </p:nvSpPr>
          <p:spPr>
            <a:xfrm rot="10800000">
              <a:off x="2338120" y="7014298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47" name="Google Shape;3318;p11"/>
            <p:cNvSpPr/>
            <p:nvPr/>
          </p:nvSpPr>
          <p:spPr>
            <a:xfrm rot="10800000">
              <a:off x="2338120" y="6234925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48" name="Google Shape;3319;p11"/>
            <p:cNvSpPr/>
            <p:nvPr/>
          </p:nvSpPr>
          <p:spPr>
            <a:xfrm rot="10800000">
              <a:off x="2338120" y="5845270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49" name="Google Shape;3320;p11"/>
            <p:cNvSpPr/>
            <p:nvPr/>
          </p:nvSpPr>
          <p:spPr>
            <a:xfrm rot="10800000">
              <a:off x="2338120" y="5455551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50" name="Google Shape;3321;p11"/>
            <p:cNvSpPr/>
            <p:nvPr/>
          </p:nvSpPr>
          <p:spPr>
            <a:xfrm rot="10800000">
              <a:off x="2338120" y="5065896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51" name="Google Shape;3322;p11"/>
            <p:cNvSpPr/>
            <p:nvPr/>
          </p:nvSpPr>
          <p:spPr>
            <a:xfrm rot="10800000">
              <a:off x="2338120" y="4676177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52" name="Google Shape;3323;p11"/>
            <p:cNvSpPr/>
            <p:nvPr/>
          </p:nvSpPr>
          <p:spPr>
            <a:xfrm rot="10800000">
              <a:off x="2338120" y="4286523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53" name="Google Shape;3324;p11"/>
            <p:cNvSpPr/>
            <p:nvPr/>
          </p:nvSpPr>
          <p:spPr>
            <a:xfrm rot="10800000">
              <a:off x="2338120" y="3896804"/>
              <a:ext cx="314249" cy="314313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54" name="Google Shape;3325;p11"/>
            <p:cNvSpPr/>
            <p:nvPr/>
          </p:nvSpPr>
          <p:spPr>
            <a:xfrm rot="10800000">
              <a:off x="2338120" y="3507149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55" name="Google Shape;3326;p11"/>
            <p:cNvSpPr/>
            <p:nvPr/>
          </p:nvSpPr>
          <p:spPr>
            <a:xfrm rot="10800000">
              <a:off x="2338120" y="2727775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56" name="Google Shape;3327;p11"/>
            <p:cNvSpPr/>
            <p:nvPr/>
          </p:nvSpPr>
          <p:spPr>
            <a:xfrm rot="10800000">
              <a:off x="2338120" y="2338121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57" name="Google Shape;3328;p11"/>
            <p:cNvSpPr/>
            <p:nvPr/>
          </p:nvSpPr>
          <p:spPr>
            <a:xfrm rot="10800000">
              <a:off x="2338120" y="1948402"/>
              <a:ext cx="314249" cy="314248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58" name="Google Shape;3329;p11"/>
            <p:cNvSpPr/>
            <p:nvPr/>
          </p:nvSpPr>
          <p:spPr>
            <a:xfrm rot="10800000">
              <a:off x="2338120" y="1558747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59" name="Google Shape;3330;p11"/>
            <p:cNvSpPr/>
            <p:nvPr/>
          </p:nvSpPr>
          <p:spPr>
            <a:xfrm rot="10800000">
              <a:off x="2338120" y="1169028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60" name="Google Shape;3331;p11"/>
            <p:cNvSpPr/>
            <p:nvPr/>
          </p:nvSpPr>
          <p:spPr>
            <a:xfrm rot="10800000">
              <a:off x="2338120" y="779373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61" name="Google Shape;3332;p11"/>
            <p:cNvSpPr/>
            <p:nvPr/>
          </p:nvSpPr>
          <p:spPr>
            <a:xfrm rot="10800000">
              <a:off x="2338120" y="389654"/>
              <a:ext cx="314249" cy="314314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62" name="Google Shape;3333;p11"/>
            <p:cNvSpPr/>
            <p:nvPr/>
          </p:nvSpPr>
          <p:spPr>
            <a:xfrm rot="10800000">
              <a:off x="2338120" y="-1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63" name="Google Shape;3334;p11"/>
            <p:cNvSpPr/>
            <p:nvPr/>
          </p:nvSpPr>
          <p:spPr>
            <a:xfrm rot="10800000">
              <a:off x="1948466" y="13249225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64" name="Google Shape;3335;p11"/>
            <p:cNvSpPr/>
            <p:nvPr/>
          </p:nvSpPr>
          <p:spPr>
            <a:xfrm rot="10800000">
              <a:off x="1948466" y="11690477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65" name="Google Shape;3336;p11"/>
            <p:cNvSpPr/>
            <p:nvPr/>
          </p:nvSpPr>
          <p:spPr>
            <a:xfrm rot="10800000">
              <a:off x="1948466" y="10911102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66" name="Google Shape;3337;p11"/>
            <p:cNvSpPr/>
            <p:nvPr/>
          </p:nvSpPr>
          <p:spPr>
            <a:xfrm rot="10800000">
              <a:off x="1948466" y="10131728"/>
              <a:ext cx="314249" cy="314314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67" name="Google Shape;3338;p11"/>
            <p:cNvSpPr/>
            <p:nvPr/>
          </p:nvSpPr>
          <p:spPr>
            <a:xfrm rot="10800000">
              <a:off x="1948466" y="8962700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68" name="Google Shape;3339;p11"/>
            <p:cNvSpPr/>
            <p:nvPr/>
          </p:nvSpPr>
          <p:spPr>
            <a:xfrm rot="10800000">
              <a:off x="1948466" y="7403953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69" name="Google Shape;3340;p11"/>
            <p:cNvSpPr/>
            <p:nvPr/>
          </p:nvSpPr>
          <p:spPr>
            <a:xfrm rot="10800000">
              <a:off x="1948466" y="7014298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70" name="Google Shape;3341;p11"/>
            <p:cNvSpPr/>
            <p:nvPr/>
          </p:nvSpPr>
          <p:spPr>
            <a:xfrm rot="10800000">
              <a:off x="1948466" y="4286523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71" name="Google Shape;3342;p11"/>
            <p:cNvSpPr/>
            <p:nvPr/>
          </p:nvSpPr>
          <p:spPr>
            <a:xfrm rot="10800000">
              <a:off x="1948466" y="3117430"/>
              <a:ext cx="314249" cy="314313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72" name="Google Shape;3343;p11"/>
            <p:cNvSpPr/>
            <p:nvPr/>
          </p:nvSpPr>
          <p:spPr>
            <a:xfrm rot="10800000">
              <a:off x="1948466" y="1169028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73" name="Google Shape;3344;p11"/>
            <p:cNvSpPr/>
            <p:nvPr/>
          </p:nvSpPr>
          <p:spPr>
            <a:xfrm rot="10800000">
              <a:off x="1948466" y="-1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74" name="Google Shape;3345;p11"/>
            <p:cNvSpPr/>
            <p:nvPr/>
          </p:nvSpPr>
          <p:spPr>
            <a:xfrm rot="10800000">
              <a:off x="1558747" y="12080195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75" name="Google Shape;3346;p11"/>
            <p:cNvSpPr/>
            <p:nvPr/>
          </p:nvSpPr>
          <p:spPr>
            <a:xfrm rot="10800000">
              <a:off x="1558747" y="8962700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76" name="Google Shape;3347;p11"/>
            <p:cNvSpPr/>
            <p:nvPr/>
          </p:nvSpPr>
          <p:spPr>
            <a:xfrm rot="10800000">
              <a:off x="1558747" y="6624580"/>
              <a:ext cx="314249" cy="314313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77" name="Google Shape;3348;p11"/>
            <p:cNvSpPr/>
            <p:nvPr/>
          </p:nvSpPr>
          <p:spPr>
            <a:xfrm rot="10800000">
              <a:off x="1169092" y="1558747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78" name="Google Shape;3349;p11"/>
            <p:cNvSpPr/>
            <p:nvPr/>
          </p:nvSpPr>
          <p:spPr>
            <a:xfrm rot="10800000">
              <a:off x="779373" y="7014298"/>
              <a:ext cx="314249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79" name="Google Shape;3350;p11"/>
            <p:cNvSpPr/>
            <p:nvPr/>
          </p:nvSpPr>
          <p:spPr>
            <a:xfrm rot="10800000">
              <a:off x="779373" y="389654"/>
              <a:ext cx="314249" cy="314314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80" name="Google Shape;3351;p11"/>
            <p:cNvSpPr/>
            <p:nvPr/>
          </p:nvSpPr>
          <p:spPr>
            <a:xfrm rot="10800000">
              <a:off x="0" y="11300822"/>
              <a:ext cx="314313" cy="314249"/>
            </a:xfrm>
            <a:prstGeom prst="rect">
              <a:avLst/>
            </a:prstGeom>
            <a:solidFill>
              <a:srgbClr val="80BFB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grpSp>
        <p:nvGrpSpPr>
          <p:cNvPr id="683" name="Google Shape;3352;p11"/>
          <p:cNvGrpSpPr/>
          <p:nvPr/>
        </p:nvGrpSpPr>
        <p:grpSpPr>
          <a:xfrm>
            <a:off x="20486537" y="76551"/>
            <a:ext cx="2652372" cy="13173821"/>
            <a:chOff x="0" y="0"/>
            <a:chExt cx="2652370" cy="13173819"/>
          </a:xfrm>
        </p:grpSpPr>
        <p:sp>
          <p:nvSpPr>
            <p:cNvPr id="582" name="Google Shape;3353;p11"/>
            <p:cNvSpPr/>
            <p:nvPr/>
          </p:nvSpPr>
          <p:spPr>
            <a:xfrm rot="10800000">
              <a:off x="2338122" y="12469852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83" name="Google Shape;3354;p11"/>
            <p:cNvSpPr/>
            <p:nvPr/>
          </p:nvSpPr>
          <p:spPr>
            <a:xfrm rot="10800000">
              <a:off x="2338122" y="10521450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84" name="Google Shape;3355;p11"/>
            <p:cNvSpPr/>
            <p:nvPr/>
          </p:nvSpPr>
          <p:spPr>
            <a:xfrm rot="10800000">
              <a:off x="2338122" y="6624580"/>
              <a:ext cx="314249" cy="314313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85" name="Google Shape;3356;p11"/>
            <p:cNvSpPr/>
            <p:nvPr/>
          </p:nvSpPr>
          <p:spPr>
            <a:xfrm rot="10800000">
              <a:off x="2338122" y="5065897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86" name="Google Shape;3357;p11"/>
            <p:cNvSpPr/>
            <p:nvPr/>
          </p:nvSpPr>
          <p:spPr>
            <a:xfrm rot="10800000">
              <a:off x="2338122" y="4676178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87" name="Google Shape;3358;p11"/>
            <p:cNvSpPr/>
            <p:nvPr/>
          </p:nvSpPr>
          <p:spPr>
            <a:xfrm rot="10800000">
              <a:off x="2338122" y="2727776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88" name="Google Shape;3359;p11"/>
            <p:cNvSpPr/>
            <p:nvPr/>
          </p:nvSpPr>
          <p:spPr>
            <a:xfrm rot="10800000">
              <a:off x="2338122" y="389654"/>
              <a:ext cx="314249" cy="314314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89" name="Google Shape;3360;p11"/>
            <p:cNvSpPr/>
            <p:nvPr/>
          </p:nvSpPr>
          <p:spPr>
            <a:xfrm rot="10800000">
              <a:off x="1948403" y="12859506"/>
              <a:ext cx="314249" cy="314314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90" name="Google Shape;3361;p11"/>
            <p:cNvSpPr/>
            <p:nvPr/>
          </p:nvSpPr>
          <p:spPr>
            <a:xfrm rot="10800000">
              <a:off x="1948403" y="10911103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91" name="Google Shape;3362;p11"/>
            <p:cNvSpPr/>
            <p:nvPr/>
          </p:nvSpPr>
          <p:spPr>
            <a:xfrm rot="10800000">
              <a:off x="1948403" y="10521450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92" name="Google Shape;3363;p11"/>
            <p:cNvSpPr/>
            <p:nvPr/>
          </p:nvSpPr>
          <p:spPr>
            <a:xfrm rot="10800000">
              <a:off x="1948403" y="10131730"/>
              <a:ext cx="314249" cy="314314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93" name="Google Shape;3364;p11"/>
            <p:cNvSpPr/>
            <p:nvPr/>
          </p:nvSpPr>
          <p:spPr>
            <a:xfrm rot="10800000">
              <a:off x="1948403" y="9352356"/>
              <a:ext cx="314249" cy="314314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94" name="Google Shape;3365;p11"/>
            <p:cNvSpPr/>
            <p:nvPr/>
          </p:nvSpPr>
          <p:spPr>
            <a:xfrm rot="10800000">
              <a:off x="1948403" y="8573047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95" name="Google Shape;3366;p11"/>
            <p:cNvSpPr/>
            <p:nvPr/>
          </p:nvSpPr>
          <p:spPr>
            <a:xfrm rot="10800000">
              <a:off x="1948403" y="7014299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96" name="Google Shape;3367;p11"/>
            <p:cNvSpPr/>
            <p:nvPr/>
          </p:nvSpPr>
          <p:spPr>
            <a:xfrm rot="10800000">
              <a:off x="1948403" y="6234926"/>
              <a:ext cx="314249" cy="314248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97" name="Google Shape;3368;p11"/>
            <p:cNvSpPr/>
            <p:nvPr/>
          </p:nvSpPr>
          <p:spPr>
            <a:xfrm rot="10800000">
              <a:off x="1948403" y="5845271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98" name="Google Shape;3369;p11"/>
            <p:cNvSpPr/>
            <p:nvPr/>
          </p:nvSpPr>
          <p:spPr>
            <a:xfrm rot="10800000">
              <a:off x="1948403" y="5455552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99" name="Google Shape;3370;p11"/>
            <p:cNvSpPr/>
            <p:nvPr/>
          </p:nvSpPr>
          <p:spPr>
            <a:xfrm rot="10800000">
              <a:off x="1948403" y="4676178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00" name="Google Shape;3371;p11"/>
            <p:cNvSpPr/>
            <p:nvPr/>
          </p:nvSpPr>
          <p:spPr>
            <a:xfrm rot="10800000">
              <a:off x="1948403" y="4286523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01" name="Google Shape;3372;p11"/>
            <p:cNvSpPr/>
            <p:nvPr/>
          </p:nvSpPr>
          <p:spPr>
            <a:xfrm rot="10800000">
              <a:off x="1948403" y="3896804"/>
              <a:ext cx="314249" cy="314314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02" name="Google Shape;3373;p11"/>
            <p:cNvSpPr/>
            <p:nvPr/>
          </p:nvSpPr>
          <p:spPr>
            <a:xfrm rot="10800000">
              <a:off x="1948403" y="3507149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03" name="Google Shape;3374;p11"/>
            <p:cNvSpPr/>
            <p:nvPr/>
          </p:nvSpPr>
          <p:spPr>
            <a:xfrm rot="10800000">
              <a:off x="1948403" y="2727776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04" name="Google Shape;3375;p11"/>
            <p:cNvSpPr/>
            <p:nvPr/>
          </p:nvSpPr>
          <p:spPr>
            <a:xfrm rot="10800000">
              <a:off x="1948403" y="2338121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05" name="Google Shape;3376;p11"/>
            <p:cNvSpPr/>
            <p:nvPr/>
          </p:nvSpPr>
          <p:spPr>
            <a:xfrm rot="10800000">
              <a:off x="1948403" y="1169028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06" name="Google Shape;3377;p11"/>
            <p:cNvSpPr/>
            <p:nvPr/>
          </p:nvSpPr>
          <p:spPr>
            <a:xfrm rot="10800000">
              <a:off x="1948403" y="779373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07" name="Google Shape;3378;p11"/>
            <p:cNvSpPr/>
            <p:nvPr/>
          </p:nvSpPr>
          <p:spPr>
            <a:xfrm rot="10800000">
              <a:off x="1948403" y="389654"/>
              <a:ext cx="314249" cy="314314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08" name="Google Shape;3379;p11"/>
            <p:cNvSpPr/>
            <p:nvPr/>
          </p:nvSpPr>
          <p:spPr>
            <a:xfrm rot="10800000">
              <a:off x="1558748" y="12469852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09" name="Google Shape;3380;p11"/>
            <p:cNvSpPr/>
            <p:nvPr/>
          </p:nvSpPr>
          <p:spPr>
            <a:xfrm rot="10800000">
              <a:off x="1558748" y="12080197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10" name="Google Shape;3381;p11"/>
            <p:cNvSpPr/>
            <p:nvPr/>
          </p:nvSpPr>
          <p:spPr>
            <a:xfrm rot="10800000">
              <a:off x="1558748" y="11300823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11" name="Google Shape;3382;p11"/>
            <p:cNvSpPr/>
            <p:nvPr/>
          </p:nvSpPr>
          <p:spPr>
            <a:xfrm rot="10800000">
              <a:off x="1558748" y="10521450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12" name="Google Shape;3383;p11"/>
            <p:cNvSpPr/>
            <p:nvPr/>
          </p:nvSpPr>
          <p:spPr>
            <a:xfrm rot="10800000">
              <a:off x="1558748" y="10131730"/>
              <a:ext cx="314249" cy="314314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13" name="Google Shape;3384;p11"/>
            <p:cNvSpPr/>
            <p:nvPr/>
          </p:nvSpPr>
          <p:spPr>
            <a:xfrm rot="10800000">
              <a:off x="1558748" y="9742076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14" name="Google Shape;3385;p11"/>
            <p:cNvSpPr/>
            <p:nvPr/>
          </p:nvSpPr>
          <p:spPr>
            <a:xfrm rot="10800000">
              <a:off x="1558748" y="9352356"/>
              <a:ext cx="314249" cy="314314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15" name="Google Shape;3386;p11"/>
            <p:cNvSpPr/>
            <p:nvPr/>
          </p:nvSpPr>
          <p:spPr>
            <a:xfrm rot="10800000">
              <a:off x="1558748" y="8183328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16" name="Google Shape;3387;p11"/>
            <p:cNvSpPr/>
            <p:nvPr/>
          </p:nvSpPr>
          <p:spPr>
            <a:xfrm rot="10800000">
              <a:off x="1558748" y="7793673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17" name="Google Shape;3388;p11"/>
            <p:cNvSpPr/>
            <p:nvPr/>
          </p:nvSpPr>
          <p:spPr>
            <a:xfrm rot="10800000">
              <a:off x="1558748" y="7403954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18" name="Google Shape;3389;p11"/>
            <p:cNvSpPr/>
            <p:nvPr/>
          </p:nvSpPr>
          <p:spPr>
            <a:xfrm rot="10800000">
              <a:off x="1558748" y="7014299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19" name="Google Shape;3390;p11"/>
            <p:cNvSpPr/>
            <p:nvPr/>
          </p:nvSpPr>
          <p:spPr>
            <a:xfrm rot="10800000">
              <a:off x="1558748" y="6624580"/>
              <a:ext cx="314249" cy="314313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20" name="Google Shape;3391;p11"/>
            <p:cNvSpPr/>
            <p:nvPr/>
          </p:nvSpPr>
          <p:spPr>
            <a:xfrm rot="10800000">
              <a:off x="1558748" y="6234926"/>
              <a:ext cx="314249" cy="314248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21" name="Google Shape;3392;p11"/>
            <p:cNvSpPr/>
            <p:nvPr/>
          </p:nvSpPr>
          <p:spPr>
            <a:xfrm rot="10800000">
              <a:off x="1558748" y="5845271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22" name="Google Shape;3393;p11"/>
            <p:cNvSpPr/>
            <p:nvPr/>
          </p:nvSpPr>
          <p:spPr>
            <a:xfrm rot="10800000">
              <a:off x="1558748" y="5455552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23" name="Google Shape;3394;p11"/>
            <p:cNvSpPr/>
            <p:nvPr/>
          </p:nvSpPr>
          <p:spPr>
            <a:xfrm rot="10800000">
              <a:off x="1558748" y="5065897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24" name="Google Shape;3395;p11"/>
            <p:cNvSpPr/>
            <p:nvPr/>
          </p:nvSpPr>
          <p:spPr>
            <a:xfrm rot="10800000">
              <a:off x="1558748" y="4676178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25" name="Google Shape;3396;p11"/>
            <p:cNvSpPr/>
            <p:nvPr/>
          </p:nvSpPr>
          <p:spPr>
            <a:xfrm rot="10800000">
              <a:off x="1558748" y="3896804"/>
              <a:ext cx="314249" cy="314314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26" name="Google Shape;3397;p11"/>
            <p:cNvSpPr/>
            <p:nvPr/>
          </p:nvSpPr>
          <p:spPr>
            <a:xfrm rot="10800000">
              <a:off x="1558748" y="3117430"/>
              <a:ext cx="314249" cy="314314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27" name="Google Shape;3398;p11"/>
            <p:cNvSpPr/>
            <p:nvPr/>
          </p:nvSpPr>
          <p:spPr>
            <a:xfrm rot="10800000">
              <a:off x="1558748" y="2727776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28" name="Google Shape;3399;p11"/>
            <p:cNvSpPr/>
            <p:nvPr/>
          </p:nvSpPr>
          <p:spPr>
            <a:xfrm rot="10800000">
              <a:off x="1558748" y="2338121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29" name="Google Shape;3400;p11"/>
            <p:cNvSpPr/>
            <p:nvPr/>
          </p:nvSpPr>
          <p:spPr>
            <a:xfrm rot="10800000">
              <a:off x="1558748" y="1948402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30" name="Google Shape;3401;p11"/>
            <p:cNvSpPr/>
            <p:nvPr/>
          </p:nvSpPr>
          <p:spPr>
            <a:xfrm rot="10800000">
              <a:off x="1558748" y="1169028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31" name="Google Shape;3402;p11"/>
            <p:cNvSpPr/>
            <p:nvPr/>
          </p:nvSpPr>
          <p:spPr>
            <a:xfrm rot="10800000">
              <a:off x="1558748" y="779373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32" name="Google Shape;3403;p11"/>
            <p:cNvSpPr/>
            <p:nvPr/>
          </p:nvSpPr>
          <p:spPr>
            <a:xfrm rot="10800000">
              <a:off x="1558748" y="389654"/>
              <a:ext cx="314249" cy="314314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33" name="Google Shape;3404;p11"/>
            <p:cNvSpPr/>
            <p:nvPr/>
          </p:nvSpPr>
          <p:spPr>
            <a:xfrm rot="10800000">
              <a:off x="1558748" y="0"/>
              <a:ext cx="314249" cy="314248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34" name="Google Shape;3405;p11"/>
            <p:cNvSpPr/>
            <p:nvPr/>
          </p:nvSpPr>
          <p:spPr>
            <a:xfrm rot="10800000">
              <a:off x="1169028" y="12469852"/>
              <a:ext cx="314250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35" name="Google Shape;3406;p11"/>
            <p:cNvSpPr/>
            <p:nvPr/>
          </p:nvSpPr>
          <p:spPr>
            <a:xfrm rot="10800000">
              <a:off x="1169028" y="11300823"/>
              <a:ext cx="314250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36" name="Google Shape;3407;p11"/>
            <p:cNvSpPr/>
            <p:nvPr/>
          </p:nvSpPr>
          <p:spPr>
            <a:xfrm rot="10800000">
              <a:off x="1169028" y="10911103"/>
              <a:ext cx="314250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37" name="Google Shape;3408;p11"/>
            <p:cNvSpPr/>
            <p:nvPr/>
          </p:nvSpPr>
          <p:spPr>
            <a:xfrm rot="10800000">
              <a:off x="1169028" y="10521450"/>
              <a:ext cx="314250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38" name="Google Shape;3409;p11"/>
            <p:cNvSpPr/>
            <p:nvPr/>
          </p:nvSpPr>
          <p:spPr>
            <a:xfrm rot="10800000">
              <a:off x="1169028" y="9742076"/>
              <a:ext cx="314250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39" name="Google Shape;3410;p11"/>
            <p:cNvSpPr/>
            <p:nvPr/>
          </p:nvSpPr>
          <p:spPr>
            <a:xfrm rot="10800000">
              <a:off x="1169028" y="8962701"/>
              <a:ext cx="314250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40" name="Google Shape;3411;p11"/>
            <p:cNvSpPr/>
            <p:nvPr/>
          </p:nvSpPr>
          <p:spPr>
            <a:xfrm rot="10800000">
              <a:off x="1169028" y="8573047"/>
              <a:ext cx="314250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41" name="Google Shape;3412;p11"/>
            <p:cNvSpPr/>
            <p:nvPr/>
          </p:nvSpPr>
          <p:spPr>
            <a:xfrm rot="10800000">
              <a:off x="1169028" y="8183328"/>
              <a:ext cx="314250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42" name="Google Shape;3413;p11"/>
            <p:cNvSpPr/>
            <p:nvPr/>
          </p:nvSpPr>
          <p:spPr>
            <a:xfrm rot="10800000">
              <a:off x="1169028" y="7403954"/>
              <a:ext cx="314250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43" name="Google Shape;3414;p11"/>
            <p:cNvSpPr/>
            <p:nvPr/>
          </p:nvSpPr>
          <p:spPr>
            <a:xfrm rot="10800000">
              <a:off x="1169028" y="6624580"/>
              <a:ext cx="314250" cy="314313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44" name="Google Shape;3415;p11"/>
            <p:cNvSpPr/>
            <p:nvPr/>
          </p:nvSpPr>
          <p:spPr>
            <a:xfrm rot="10800000">
              <a:off x="1169028" y="5845271"/>
              <a:ext cx="314250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45" name="Google Shape;3416;p11"/>
            <p:cNvSpPr/>
            <p:nvPr/>
          </p:nvSpPr>
          <p:spPr>
            <a:xfrm rot="10800000">
              <a:off x="1169028" y="5065897"/>
              <a:ext cx="314250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46" name="Google Shape;3417;p11"/>
            <p:cNvSpPr/>
            <p:nvPr/>
          </p:nvSpPr>
          <p:spPr>
            <a:xfrm rot="10800000">
              <a:off x="1169028" y="4676178"/>
              <a:ext cx="314250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47" name="Google Shape;3418;p11"/>
            <p:cNvSpPr/>
            <p:nvPr/>
          </p:nvSpPr>
          <p:spPr>
            <a:xfrm rot="10800000">
              <a:off x="1169028" y="3507149"/>
              <a:ext cx="314250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48" name="Google Shape;3419;p11"/>
            <p:cNvSpPr/>
            <p:nvPr/>
          </p:nvSpPr>
          <p:spPr>
            <a:xfrm rot="10800000">
              <a:off x="1169028" y="3117430"/>
              <a:ext cx="314250" cy="314314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49" name="Google Shape;3420;p11"/>
            <p:cNvSpPr/>
            <p:nvPr/>
          </p:nvSpPr>
          <p:spPr>
            <a:xfrm rot="10800000">
              <a:off x="1169028" y="2727776"/>
              <a:ext cx="314250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50" name="Google Shape;3421;p11"/>
            <p:cNvSpPr/>
            <p:nvPr/>
          </p:nvSpPr>
          <p:spPr>
            <a:xfrm rot="10800000">
              <a:off x="1169028" y="2338121"/>
              <a:ext cx="314250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51" name="Google Shape;3422;p11"/>
            <p:cNvSpPr/>
            <p:nvPr/>
          </p:nvSpPr>
          <p:spPr>
            <a:xfrm rot="10800000">
              <a:off x="1169028" y="1948402"/>
              <a:ext cx="314250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52" name="Google Shape;3423;p11"/>
            <p:cNvSpPr/>
            <p:nvPr/>
          </p:nvSpPr>
          <p:spPr>
            <a:xfrm rot="10800000">
              <a:off x="1169028" y="1169028"/>
              <a:ext cx="314250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53" name="Google Shape;3424;p11"/>
            <p:cNvSpPr/>
            <p:nvPr/>
          </p:nvSpPr>
          <p:spPr>
            <a:xfrm rot="10800000">
              <a:off x="1169028" y="779373"/>
              <a:ext cx="314250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54" name="Google Shape;3425;p11"/>
            <p:cNvSpPr/>
            <p:nvPr/>
          </p:nvSpPr>
          <p:spPr>
            <a:xfrm rot="10800000">
              <a:off x="779374" y="12859506"/>
              <a:ext cx="314249" cy="314314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55" name="Google Shape;3426;p11"/>
            <p:cNvSpPr/>
            <p:nvPr/>
          </p:nvSpPr>
          <p:spPr>
            <a:xfrm rot="10800000">
              <a:off x="779374" y="12469852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56" name="Google Shape;3427;p11"/>
            <p:cNvSpPr/>
            <p:nvPr/>
          </p:nvSpPr>
          <p:spPr>
            <a:xfrm rot="10800000">
              <a:off x="779374" y="11300823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57" name="Google Shape;3428;p11"/>
            <p:cNvSpPr/>
            <p:nvPr/>
          </p:nvSpPr>
          <p:spPr>
            <a:xfrm rot="10800000">
              <a:off x="779374" y="10521450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58" name="Google Shape;3429;p11"/>
            <p:cNvSpPr/>
            <p:nvPr/>
          </p:nvSpPr>
          <p:spPr>
            <a:xfrm rot="10800000">
              <a:off x="779374" y="9742076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59" name="Google Shape;3430;p11"/>
            <p:cNvSpPr/>
            <p:nvPr/>
          </p:nvSpPr>
          <p:spPr>
            <a:xfrm rot="10800000">
              <a:off x="779374" y="8573047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60" name="Google Shape;3431;p11"/>
            <p:cNvSpPr/>
            <p:nvPr/>
          </p:nvSpPr>
          <p:spPr>
            <a:xfrm rot="10800000">
              <a:off x="779374" y="7793673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61" name="Google Shape;3432;p11"/>
            <p:cNvSpPr/>
            <p:nvPr/>
          </p:nvSpPr>
          <p:spPr>
            <a:xfrm rot="10800000">
              <a:off x="779374" y="6624580"/>
              <a:ext cx="314249" cy="314313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62" name="Google Shape;3433;p11"/>
            <p:cNvSpPr/>
            <p:nvPr/>
          </p:nvSpPr>
          <p:spPr>
            <a:xfrm rot="10800000">
              <a:off x="779374" y="5845271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63" name="Google Shape;3434;p11"/>
            <p:cNvSpPr/>
            <p:nvPr/>
          </p:nvSpPr>
          <p:spPr>
            <a:xfrm rot="10800000">
              <a:off x="779374" y="5455552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64" name="Google Shape;3435;p11"/>
            <p:cNvSpPr/>
            <p:nvPr/>
          </p:nvSpPr>
          <p:spPr>
            <a:xfrm rot="10800000">
              <a:off x="779374" y="4676178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65" name="Google Shape;3436;p11"/>
            <p:cNvSpPr/>
            <p:nvPr/>
          </p:nvSpPr>
          <p:spPr>
            <a:xfrm rot="10800000">
              <a:off x="779374" y="4286523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66" name="Google Shape;3437;p11"/>
            <p:cNvSpPr/>
            <p:nvPr/>
          </p:nvSpPr>
          <p:spPr>
            <a:xfrm rot="10800000">
              <a:off x="779374" y="3896804"/>
              <a:ext cx="314249" cy="314314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67" name="Google Shape;3438;p11"/>
            <p:cNvSpPr/>
            <p:nvPr/>
          </p:nvSpPr>
          <p:spPr>
            <a:xfrm rot="10800000">
              <a:off x="779374" y="3117430"/>
              <a:ext cx="314249" cy="314314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68" name="Google Shape;3439;p11"/>
            <p:cNvSpPr/>
            <p:nvPr/>
          </p:nvSpPr>
          <p:spPr>
            <a:xfrm rot="10800000">
              <a:off x="779374" y="2727776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69" name="Google Shape;3440;p11"/>
            <p:cNvSpPr/>
            <p:nvPr/>
          </p:nvSpPr>
          <p:spPr>
            <a:xfrm rot="10800000">
              <a:off x="779374" y="1558747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70" name="Google Shape;3441;p11"/>
            <p:cNvSpPr/>
            <p:nvPr/>
          </p:nvSpPr>
          <p:spPr>
            <a:xfrm rot="10800000">
              <a:off x="779374" y="779373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71" name="Google Shape;3442;p11"/>
            <p:cNvSpPr/>
            <p:nvPr/>
          </p:nvSpPr>
          <p:spPr>
            <a:xfrm rot="10800000">
              <a:off x="779374" y="389654"/>
              <a:ext cx="314249" cy="314314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72" name="Google Shape;3443;p11"/>
            <p:cNvSpPr/>
            <p:nvPr/>
          </p:nvSpPr>
          <p:spPr>
            <a:xfrm rot="10800000">
              <a:off x="389654" y="12859506"/>
              <a:ext cx="314314" cy="314314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73" name="Google Shape;3444;p11"/>
            <p:cNvSpPr/>
            <p:nvPr/>
          </p:nvSpPr>
          <p:spPr>
            <a:xfrm rot="10800000">
              <a:off x="389654" y="10521450"/>
              <a:ext cx="314314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74" name="Google Shape;3445;p11"/>
            <p:cNvSpPr/>
            <p:nvPr/>
          </p:nvSpPr>
          <p:spPr>
            <a:xfrm rot="10800000">
              <a:off x="389654" y="8573047"/>
              <a:ext cx="314314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75" name="Google Shape;3446;p11"/>
            <p:cNvSpPr/>
            <p:nvPr/>
          </p:nvSpPr>
          <p:spPr>
            <a:xfrm rot="10800000">
              <a:off x="389654" y="6624580"/>
              <a:ext cx="314314" cy="314313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76" name="Google Shape;3447;p11"/>
            <p:cNvSpPr/>
            <p:nvPr/>
          </p:nvSpPr>
          <p:spPr>
            <a:xfrm rot="10800000">
              <a:off x="389654" y="4286523"/>
              <a:ext cx="314314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77" name="Google Shape;3448;p11"/>
            <p:cNvSpPr/>
            <p:nvPr/>
          </p:nvSpPr>
          <p:spPr>
            <a:xfrm rot="10800000">
              <a:off x="389654" y="2338121"/>
              <a:ext cx="314314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78" name="Google Shape;3449;p11"/>
            <p:cNvSpPr/>
            <p:nvPr/>
          </p:nvSpPr>
          <p:spPr>
            <a:xfrm rot="10800000">
              <a:off x="389654" y="1948402"/>
              <a:ext cx="314314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79" name="Google Shape;3450;p11"/>
            <p:cNvSpPr/>
            <p:nvPr/>
          </p:nvSpPr>
          <p:spPr>
            <a:xfrm rot="10800000">
              <a:off x="389654" y="389654"/>
              <a:ext cx="314314" cy="314314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80" name="Google Shape;3451;p11"/>
            <p:cNvSpPr/>
            <p:nvPr/>
          </p:nvSpPr>
          <p:spPr>
            <a:xfrm rot="10800000">
              <a:off x="0" y="12080197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81" name="Google Shape;3452;p11"/>
            <p:cNvSpPr/>
            <p:nvPr/>
          </p:nvSpPr>
          <p:spPr>
            <a:xfrm rot="10800000">
              <a:off x="0" y="9742076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82" name="Google Shape;3453;p11"/>
            <p:cNvSpPr/>
            <p:nvPr/>
          </p:nvSpPr>
          <p:spPr>
            <a:xfrm rot="10800000">
              <a:off x="0" y="7014299"/>
              <a:ext cx="314249" cy="314249"/>
            </a:xfrm>
            <a:prstGeom prst="rect">
              <a:avLst/>
            </a:prstGeom>
            <a:solidFill>
              <a:srgbClr val="01597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grpSp>
        <p:nvGrpSpPr>
          <p:cNvPr id="734" name="Google Shape;3454;p11"/>
          <p:cNvGrpSpPr/>
          <p:nvPr/>
        </p:nvGrpSpPr>
        <p:grpSpPr>
          <a:xfrm>
            <a:off x="20486537" y="76551"/>
            <a:ext cx="3042024" cy="13563474"/>
            <a:chOff x="0" y="0"/>
            <a:chExt cx="3042023" cy="13563473"/>
          </a:xfrm>
        </p:grpSpPr>
        <p:sp>
          <p:nvSpPr>
            <p:cNvPr id="684" name="Google Shape;3455;p11"/>
            <p:cNvSpPr/>
            <p:nvPr/>
          </p:nvSpPr>
          <p:spPr>
            <a:xfrm rot="10800000">
              <a:off x="2727775" y="12859504"/>
              <a:ext cx="314249" cy="314314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85" name="Google Shape;3456;p11"/>
            <p:cNvSpPr/>
            <p:nvPr/>
          </p:nvSpPr>
          <p:spPr>
            <a:xfrm rot="10800000">
              <a:off x="2727775" y="7793673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86" name="Google Shape;3457;p11"/>
            <p:cNvSpPr/>
            <p:nvPr/>
          </p:nvSpPr>
          <p:spPr>
            <a:xfrm rot="10800000">
              <a:off x="2727775" y="6624580"/>
              <a:ext cx="314249" cy="314313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87" name="Google Shape;3458;p11"/>
            <p:cNvSpPr/>
            <p:nvPr/>
          </p:nvSpPr>
          <p:spPr>
            <a:xfrm rot="10800000">
              <a:off x="2727775" y="3117430"/>
              <a:ext cx="314249" cy="314313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88" name="Google Shape;3459;p11"/>
            <p:cNvSpPr/>
            <p:nvPr/>
          </p:nvSpPr>
          <p:spPr>
            <a:xfrm rot="10800000">
              <a:off x="2338120" y="12859504"/>
              <a:ext cx="314249" cy="314314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89" name="Google Shape;3460;p11"/>
            <p:cNvSpPr/>
            <p:nvPr/>
          </p:nvSpPr>
          <p:spPr>
            <a:xfrm rot="10800000">
              <a:off x="2338120" y="12080195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90" name="Google Shape;3461;p11"/>
            <p:cNvSpPr/>
            <p:nvPr/>
          </p:nvSpPr>
          <p:spPr>
            <a:xfrm rot="10800000">
              <a:off x="2338120" y="11300822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91" name="Google Shape;3462;p11"/>
            <p:cNvSpPr/>
            <p:nvPr/>
          </p:nvSpPr>
          <p:spPr>
            <a:xfrm rot="10800000">
              <a:off x="2338120" y="9742075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92" name="Google Shape;3463;p11"/>
            <p:cNvSpPr/>
            <p:nvPr/>
          </p:nvSpPr>
          <p:spPr>
            <a:xfrm rot="10800000">
              <a:off x="2338120" y="9352355"/>
              <a:ext cx="314249" cy="314314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93" name="Google Shape;3464;p11"/>
            <p:cNvSpPr/>
            <p:nvPr/>
          </p:nvSpPr>
          <p:spPr>
            <a:xfrm rot="10800000">
              <a:off x="2338120" y="8573046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94" name="Google Shape;3465;p11"/>
            <p:cNvSpPr/>
            <p:nvPr/>
          </p:nvSpPr>
          <p:spPr>
            <a:xfrm rot="10800000">
              <a:off x="2338120" y="8183327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95" name="Google Shape;3466;p11"/>
            <p:cNvSpPr/>
            <p:nvPr/>
          </p:nvSpPr>
          <p:spPr>
            <a:xfrm rot="10800000">
              <a:off x="2338120" y="7793673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96" name="Google Shape;3467;p11"/>
            <p:cNvSpPr/>
            <p:nvPr/>
          </p:nvSpPr>
          <p:spPr>
            <a:xfrm rot="10800000">
              <a:off x="2338120" y="6234925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97" name="Google Shape;3468;p11"/>
            <p:cNvSpPr/>
            <p:nvPr/>
          </p:nvSpPr>
          <p:spPr>
            <a:xfrm rot="10800000">
              <a:off x="2338120" y="5845270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98" name="Google Shape;3469;p11"/>
            <p:cNvSpPr/>
            <p:nvPr/>
          </p:nvSpPr>
          <p:spPr>
            <a:xfrm rot="10800000">
              <a:off x="2338120" y="5455551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99" name="Google Shape;3470;p11"/>
            <p:cNvSpPr/>
            <p:nvPr/>
          </p:nvSpPr>
          <p:spPr>
            <a:xfrm rot="10800000">
              <a:off x="2338120" y="3896804"/>
              <a:ext cx="314249" cy="314313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00" name="Google Shape;3471;p11"/>
            <p:cNvSpPr/>
            <p:nvPr/>
          </p:nvSpPr>
          <p:spPr>
            <a:xfrm rot="10800000">
              <a:off x="2338120" y="3507149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01" name="Google Shape;3472;p11"/>
            <p:cNvSpPr/>
            <p:nvPr/>
          </p:nvSpPr>
          <p:spPr>
            <a:xfrm rot="10800000">
              <a:off x="2338120" y="2338121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02" name="Google Shape;3473;p11"/>
            <p:cNvSpPr/>
            <p:nvPr/>
          </p:nvSpPr>
          <p:spPr>
            <a:xfrm rot="10800000">
              <a:off x="2338120" y="1948402"/>
              <a:ext cx="314249" cy="314248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03" name="Google Shape;3474;p11"/>
            <p:cNvSpPr/>
            <p:nvPr/>
          </p:nvSpPr>
          <p:spPr>
            <a:xfrm rot="10800000">
              <a:off x="2338120" y="1558747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04" name="Google Shape;3475;p11"/>
            <p:cNvSpPr/>
            <p:nvPr/>
          </p:nvSpPr>
          <p:spPr>
            <a:xfrm rot="10800000">
              <a:off x="2338120" y="779373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05" name="Google Shape;3476;p11"/>
            <p:cNvSpPr/>
            <p:nvPr/>
          </p:nvSpPr>
          <p:spPr>
            <a:xfrm rot="10800000">
              <a:off x="1948401" y="13249225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06" name="Google Shape;3477;p11"/>
            <p:cNvSpPr/>
            <p:nvPr/>
          </p:nvSpPr>
          <p:spPr>
            <a:xfrm rot="10800000">
              <a:off x="1948401" y="12469851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07" name="Google Shape;3478;p11"/>
            <p:cNvSpPr/>
            <p:nvPr/>
          </p:nvSpPr>
          <p:spPr>
            <a:xfrm rot="10800000">
              <a:off x="1948401" y="11690477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08" name="Google Shape;3479;p11"/>
            <p:cNvSpPr/>
            <p:nvPr/>
          </p:nvSpPr>
          <p:spPr>
            <a:xfrm rot="10800000">
              <a:off x="1948401" y="11300822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09" name="Google Shape;3480;p11"/>
            <p:cNvSpPr/>
            <p:nvPr/>
          </p:nvSpPr>
          <p:spPr>
            <a:xfrm rot="10800000">
              <a:off x="1948401" y="9742075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10" name="Google Shape;3481;p11"/>
            <p:cNvSpPr/>
            <p:nvPr/>
          </p:nvSpPr>
          <p:spPr>
            <a:xfrm rot="10800000">
              <a:off x="1948401" y="8183327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11" name="Google Shape;3482;p11"/>
            <p:cNvSpPr/>
            <p:nvPr/>
          </p:nvSpPr>
          <p:spPr>
            <a:xfrm rot="10800000">
              <a:off x="1948401" y="7793673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12" name="Google Shape;3483;p11"/>
            <p:cNvSpPr/>
            <p:nvPr/>
          </p:nvSpPr>
          <p:spPr>
            <a:xfrm rot="10800000">
              <a:off x="1948401" y="7403953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13" name="Google Shape;3484;p11"/>
            <p:cNvSpPr/>
            <p:nvPr/>
          </p:nvSpPr>
          <p:spPr>
            <a:xfrm rot="10800000">
              <a:off x="1948401" y="5065896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14" name="Google Shape;3485;p11"/>
            <p:cNvSpPr/>
            <p:nvPr/>
          </p:nvSpPr>
          <p:spPr>
            <a:xfrm rot="10800000">
              <a:off x="1948401" y="3117430"/>
              <a:ext cx="314249" cy="314313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15" name="Google Shape;3486;p11"/>
            <p:cNvSpPr/>
            <p:nvPr/>
          </p:nvSpPr>
          <p:spPr>
            <a:xfrm rot="10800000">
              <a:off x="1948401" y="1948402"/>
              <a:ext cx="314249" cy="314248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16" name="Google Shape;3487;p11"/>
            <p:cNvSpPr/>
            <p:nvPr/>
          </p:nvSpPr>
          <p:spPr>
            <a:xfrm rot="10800000">
              <a:off x="1948401" y="1558747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17" name="Google Shape;3488;p11"/>
            <p:cNvSpPr/>
            <p:nvPr/>
          </p:nvSpPr>
          <p:spPr>
            <a:xfrm rot="10800000">
              <a:off x="1948401" y="-1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18" name="Google Shape;3489;p11"/>
            <p:cNvSpPr/>
            <p:nvPr/>
          </p:nvSpPr>
          <p:spPr>
            <a:xfrm rot="10800000">
              <a:off x="1558747" y="13249225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19" name="Google Shape;3490;p11"/>
            <p:cNvSpPr/>
            <p:nvPr/>
          </p:nvSpPr>
          <p:spPr>
            <a:xfrm rot="10800000">
              <a:off x="1558747" y="12859504"/>
              <a:ext cx="314249" cy="314314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20" name="Google Shape;3491;p11"/>
            <p:cNvSpPr/>
            <p:nvPr/>
          </p:nvSpPr>
          <p:spPr>
            <a:xfrm rot="10800000">
              <a:off x="1558747" y="11690477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21" name="Google Shape;3492;p11"/>
            <p:cNvSpPr/>
            <p:nvPr/>
          </p:nvSpPr>
          <p:spPr>
            <a:xfrm rot="10800000">
              <a:off x="1558747" y="10911102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22" name="Google Shape;3493;p11"/>
            <p:cNvSpPr/>
            <p:nvPr/>
          </p:nvSpPr>
          <p:spPr>
            <a:xfrm rot="10800000">
              <a:off x="1558747" y="8962700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23" name="Google Shape;3494;p11"/>
            <p:cNvSpPr/>
            <p:nvPr/>
          </p:nvSpPr>
          <p:spPr>
            <a:xfrm rot="10800000">
              <a:off x="1558747" y="8573046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24" name="Google Shape;3495;p11"/>
            <p:cNvSpPr/>
            <p:nvPr/>
          </p:nvSpPr>
          <p:spPr>
            <a:xfrm rot="10800000">
              <a:off x="1558747" y="4286523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25" name="Google Shape;3496;p11"/>
            <p:cNvSpPr/>
            <p:nvPr/>
          </p:nvSpPr>
          <p:spPr>
            <a:xfrm rot="10800000">
              <a:off x="1558747" y="3507149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26" name="Google Shape;3497;p11"/>
            <p:cNvSpPr/>
            <p:nvPr/>
          </p:nvSpPr>
          <p:spPr>
            <a:xfrm rot="10800000">
              <a:off x="1169028" y="13249225"/>
              <a:ext cx="314248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27" name="Google Shape;3498;p11"/>
            <p:cNvSpPr/>
            <p:nvPr/>
          </p:nvSpPr>
          <p:spPr>
            <a:xfrm rot="10800000">
              <a:off x="1169028" y="12080195"/>
              <a:ext cx="314248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28" name="Google Shape;3499;p11"/>
            <p:cNvSpPr/>
            <p:nvPr/>
          </p:nvSpPr>
          <p:spPr>
            <a:xfrm rot="10800000">
              <a:off x="1169028" y="7793673"/>
              <a:ext cx="314248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29" name="Google Shape;3500;p11"/>
            <p:cNvSpPr/>
            <p:nvPr/>
          </p:nvSpPr>
          <p:spPr>
            <a:xfrm rot="10800000">
              <a:off x="1169028" y="5455551"/>
              <a:ext cx="314248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30" name="Google Shape;3501;p11"/>
            <p:cNvSpPr/>
            <p:nvPr/>
          </p:nvSpPr>
          <p:spPr>
            <a:xfrm rot="10800000">
              <a:off x="1169028" y="4286523"/>
              <a:ext cx="314248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31" name="Google Shape;3502;p11"/>
            <p:cNvSpPr/>
            <p:nvPr/>
          </p:nvSpPr>
          <p:spPr>
            <a:xfrm rot="10800000">
              <a:off x="779373" y="10131728"/>
              <a:ext cx="314249" cy="314314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32" name="Google Shape;3503;p11"/>
            <p:cNvSpPr/>
            <p:nvPr/>
          </p:nvSpPr>
          <p:spPr>
            <a:xfrm rot="10800000">
              <a:off x="779373" y="7014298"/>
              <a:ext cx="314249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33" name="Google Shape;3504;p11"/>
            <p:cNvSpPr/>
            <p:nvPr/>
          </p:nvSpPr>
          <p:spPr>
            <a:xfrm rot="10800000">
              <a:off x="0" y="1169028"/>
              <a:ext cx="314248" cy="314249"/>
            </a:xfrm>
            <a:prstGeom prst="rect">
              <a:avLst/>
            </a:prstGeom>
            <a:solidFill>
              <a:srgbClr val="0B87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438400">
                <a:lnSpc>
                  <a:spcPct val="100000"/>
                </a:lnSpc>
                <a:spcBef>
                  <a:spcPts val="0"/>
                </a:spcBef>
                <a:defRPr sz="3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sp>
        <p:nvSpPr>
          <p:cNvPr id="735" name="Numer slajdu"/>
          <p:cNvSpPr txBox="1"/>
          <p:nvPr>
            <p:ph type="sldNum" sz="quarter" idx="2"/>
          </p:nvPr>
        </p:nvSpPr>
        <p:spPr>
          <a:xfrm>
            <a:off x="244082" y="12626902"/>
            <a:ext cx="952341" cy="970201"/>
          </a:xfrm>
          <a:prstGeom prst="rect">
            <a:avLst/>
          </a:prstGeom>
        </p:spPr>
        <p:txBody>
          <a:bodyPr lIns="243799" tIns="243799" rIns="243799" bIns="243799" anchor="ctr"/>
          <a:lstStyle>
            <a:lvl1pPr algn="l" defTabSz="2438400">
              <a:defRPr sz="3200">
                <a:solidFill>
                  <a:srgbClr val="80BFB7"/>
                </a:solidFill>
                <a:latin typeface="Dosis Light"/>
                <a:ea typeface="Dosis Light"/>
                <a:cs typeface="Dosis Light"/>
                <a:sym typeface="Dosis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slajdu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Tytuł slajdu</a:t>
            </a:r>
          </a:p>
        </p:txBody>
      </p:sp>
      <p:sp>
        <p:nvSpPr>
          <p:cNvPr id="3" name="Treść - poziom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Tekst punktora na slajdzie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Numer slajdu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hyperlink" Target="https://github.com/JoannaBy/DHSI2025-Computational-Text-Analysis" TargetMode="Externa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hyperlink" Target="https://computationalstylistics.github.io/" TargetMode="External"/><Relationship Id="rId3" Type="http://schemas.openxmlformats.org/officeDocument/2006/relationships/hyperlink" Target="https://github.com/computationalstylistics/stylo" TargetMode="External"/><Relationship Id="rId4" Type="http://schemas.openxmlformats.org/officeDocument/2006/relationships/hyperlink" Target="https://journal.r-project.org/archive/2016/RJ-2016-007/RJ-2016-007.pdf" TargetMode="Externa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tif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3867;p20"/>
          <p:cNvSpPr txBox="1"/>
          <p:nvPr>
            <p:ph type="title"/>
          </p:nvPr>
        </p:nvSpPr>
        <p:spPr>
          <a:xfrm>
            <a:off x="831220" y="1985533"/>
            <a:ext cx="22721602" cy="5473598"/>
          </a:xfrm>
          <a:prstGeom prst="rect">
            <a:avLst/>
          </a:prstGeom>
        </p:spPr>
        <p:txBody>
          <a:bodyPr/>
          <a:lstStyle/>
          <a:p>
            <a:pPr/>
            <a:r>
              <a:t>Introduction to Computational Text Analysis</a:t>
            </a:r>
          </a:p>
        </p:txBody>
      </p:sp>
      <p:sp>
        <p:nvSpPr>
          <p:cNvPr id="745" name="Google Shape;3868;p20"/>
          <p:cNvSpPr txBox="1"/>
          <p:nvPr>
            <p:ph type="body" sz="quarter" idx="1"/>
          </p:nvPr>
        </p:nvSpPr>
        <p:spPr>
          <a:xfrm>
            <a:off x="831199" y="10616141"/>
            <a:ext cx="22721602" cy="2113601"/>
          </a:xfrm>
          <a:prstGeom prst="rect">
            <a:avLst/>
          </a:prstGeom>
        </p:spPr>
        <p:txBody>
          <a:bodyPr/>
          <a:lstStyle/>
          <a:p>
            <a:pPr marL="0" indent="0" defTabSz="1731263">
              <a:spcBef>
                <a:spcPts val="1100"/>
              </a:spcBef>
              <a:defRPr sz="5253"/>
            </a:pPr>
            <a:r>
              <a:t>Jacek Bąkowski &amp; Michał Woźniak</a:t>
            </a:r>
            <a:br/>
            <a:r>
              <a:t>Institute of Polish Language of the Polish Academy of Sciences</a:t>
            </a:r>
          </a:p>
        </p:txBody>
      </p:sp>
      <p:sp>
        <p:nvSpPr>
          <p:cNvPr id="746" name="Introductions"/>
          <p:cNvSpPr txBox="1"/>
          <p:nvPr/>
        </p:nvSpPr>
        <p:spPr>
          <a:xfrm>
            <a:off x="7875979" y="7794723"/>
            <a:ext cx="7094936" cy="156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2438400">
              <a:lnSpc>
                <a:spcPct val="100000"/>
              </a:lnSpc>
              <a:spcBef>
                <a:spcPts val="0"/>
              </a:spcBef>
              <a:defRPr sz="9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1pPr>
          </a:lstStyle>
          <a:p>
            <a:pPr/>
            <a:r>
              <a:t>Introductions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3873;p21"/>
          <p:cNvSpPr txBox="1"/>
          <p:nvPr>
            <p:ph type="title"/>
          </p:nvPr>
        </p:nvSpPr>
        <p:spPr>
          <a:xfrm>
            <a:off x="1915466" y="1971666"/>
            <a:ext cx="18029598" cy="2286401"/>
          </a:xfrm>
          <a:prstGeom prst="rect">
            <a:avLst/>
          </a:prstGeom>
        </p:spPr>
        <p:txBody>
          <a:bodyPr/>
          <a:lstStyle/>
          <a:p>
            <a:pPr/>
            <a:r>
              <a:t>About us</a:t>
            </a:r>
          </a:p>
        </p:txBody>
      </p:sp>
      <p:sp>
        <p:nvSpPr>
          <p:cNvPr id="749" name="Google Shape;3874;p21"/>
          <p:cNvSpPr txBox="1"/>
          <p:nvPr>
            <p:ph type="body" idx="1"/>
          </p:nvPr>
        </p:nvSpPr>
        <p:spPr>
          <a:xfrm>
            <a:off x="794724" y="4622800"/>
            <a:ext cx="19150341" cy="79480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Computational Stylistics Group in Kraków, Poland</a:t>
            </a:r>
          </a:p>
          <a:p>
            <a:pPr marL="0" indent="0">
              <a:buSzTx/>
              <a:buNone/>
            </a:pPr>
          </a:p>
          <a:p>
            <a:pPr marL="0" indent="0">
              <a:buSzTx/>
              <a:buNone/>
            </a:pPr>
            <a:r>
              <a:rPr b="1"/>
              <a:t>Jacek Bąkowski </a:t>
            </a:r>
            <a:r>
              <a:t> —  mathematics, computer science, linguistics</a:t>
            </a:r>
          </a:p>
          <a:p>
            <a:pPr marL="0" indent="0">
              <a:buSzTx/>
              <a:buNone/>
            </a:pPr>
          </a:p>
          <a:p>
            <a:pPr marL="0" indent="0">
              <a:buSzTx/>
              <a:buNone/>
            </a:pPr>
            <a:r>
              <a:rPr b="1"/>
              <a:t>Michał Woźniak</a:t>
            </a:r>
            <a:r>
              <a:t> —</a:t>
            </a:r>
          </a:p>
        </p:txBody>
      </p:sp>
      <p:pic>
        <p:nvPicPr>
          <p:cNvPr id="750" name="Google Shape;3875;p21" descr="Google Shape;3875;p2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832732" y="2318133"/>
            <a:ext cx="4610338" cy="1593467"/>
          </a:xfrm>
          <a:prstGeom prst="rect">
            <a:avLst/>
          </a:prstGeom>
          <a:ln w="12700">
            <a:miter lim="400000"/>
          </a:ln>
        </p:spPr>
      </p:pic>
      <p:pic>
        <p:nvPicPr>
          <p:cNvPr id="751" name="Google Shape;3876;p21" descr="Google Shape;3876;p2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79800" y="2122031"/>
            <a:ext cx="5936793" cy="198566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 thruBlk="1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3881;p22"/>
          <p:cNvSpPr txBox="1"/>
          <p:nvPr>
            <p:ph type="title"/>
          </p:nvPr>
        </p:nvSpPr>
        <p:spPr>
          <a:xfrm>
            <a:off x="1915466" y="1971666"/>
            <a:ext cx="18029598" cy="2286401"/>
          </a:xfrm>
          <a:prstGeom prst="rect">
            <a:avLst/>
          </a:prstGeom>
        </p:spPr>
        <p:txBody>
          <a:bodyPr/>
          <a:lstStyle/>
          <a:p>
            <a:pPr/>
            <a:r>
              <a:t>About us</a:t>
            </a:r>
          </a:p>
        </p:txBody>
      </p:sp>
      <p:sp>
        <p:nvSpPr>
          <p:cNvPr id="754" name="Google Shape;3882;p22"/>
          <p:cNvSpPr txBox="1"/>
          <p:nvPr>
            <p:ph type="body" idx="1"/>
          </p:nvPr>
        </p:nvSpPr>
        <p:spPr>
          <a:xfrm>
            <a:off x="1915466" y="4622800"/>
            <a:ext cx="18029598" cy="79480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Research on:</a:t>
            </a:r>
          </a:p>
          <a:p>
            <a:pPr/>
            <a:r>
              <a:t>natural language processing</a:t>
            </a:r>
          </a:p>
          <a:p>
            <a:pPr/>
            <a:r>
              <a:t>distributional semantics</a:t>
            </a:r>
          </a:p>
          <a:p>
            <a:pPr/>
            <a:r>
              <a:t>stylometry</a:t>
            </a:r>
          </a:p>
          <a:p>
            <a:pPr/>
            <a:r>
              <a:t>and other aspects of NLP</a:t>
            </a:r>
          </a:p>
        </p:txBody>
      </p:sp>
      <p:pic>
        <p:nvPicPr>
          <p:cNvPr id="755" name="Google Shape;3883;p22" descr="Google Shape;3883;p2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832732" y="2318133"/>
            <a:ext cx="4610338" cy="1593467"/>
          </a:xfrm>
          <a:prstGeom prst="rect">
            <a:avLst/>
          </a:prstGeom>
          <a:ln w="12700">
            <a:miter lim="400000"/>
          </a:ln>
        </p:spPr>
      </p:pic>
      <p:pic>
        <p:nvPicPr>
          <p:cNvPr id="756" name="Google Shape;3884;p22" descr="Google Shape;3884;p2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79800" y="2122031"/>
            <a:ext cx="5936793" cy="198566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 thruBlk="1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3895;p24"/>
          <p:cNvSpPr txBox="1"/>
          <p:nvPr>
            <p:ph type="title"/>
          </p:nvPr>
        </p:nvSpPr>
        <p:spPr>
          <a:xfrm>
            <a:off x="1915466" y="1971666"/>
            <a:ext cx="18029598" cy="2286401"/>
          </a:xfrm>
          <a:prstGeom prst="rect">
            <a:avLst/>
          </a:prstGeom>
        </p:spPr>
        <p:txBody>
          <a:bodyPr/>
          <a:lstStyle/>
          <a:p>
            <a:pPr/>
            <a:r>
              <a:t>Materials</a:t>
            </a:r>
          </a:p>
        </p:txBody>
      </p:sp>
      <p:sp>
        <p:nvSpPr>
          <p:cNvPr id="759" name="Google Shape;3896;p24"/>
          <p:cNvSpPr txBox="1"/>
          <p:nvPr>
            <p:ph type="body" idx="1"/>
          </p:nvPr>
        </p:nvSpPr>
        <p:spPr>
          <a:xfrm>
            <a:off x="1915466" y="4622800"/>
            <a:ext cx="18029598" cy="79480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u="sng">
                <a:solidFill>
                  <a:srgbClr val="1155CC"/>
                </a:solidFill>
              </a:defRPr>
            </a:pPr>
            <a:r>
              <a:rPr>
                <a:uFill>
                  <a:solidFill>
                    <a:srgbClr val="1155CC"/>
                  </a:solidFill>
                </a:uFill>
                <a:hlinkClick r:id="rId2" invalidUrl="" action="" tgtFrame="" tooltip="" history="1" highlightClick="0" endSnd="0"/>
              </a:rPr>
              <a:t>https://github.com/JoannaBy/DHSI2025-Computational-Text-Analysis</a:t>
            </a:r>
            <a:r>
              <a:rPr u="none">
                <a:solidFill>
                  <a:srgbClr val="003B55"/>
                </a:solidFill>
              </a:rPr>
              <a:t>  –  slides, scripts, anything we’ll consider useful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 thruBlk="1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3889;p23"/>
          <p:cNvSpPr txBox="1"/>
          <p:nvPr>
            <p:ph type="title"/>
          </p:nvPr>
        </p:nvSpPr>
        <p:spPr>
          <a:xfrm>
            <a:off x="1915466" y="1971666"/>
            <a:ext cx="18029598" cy="2286401"/>
          </a:xfrm>
          <a:prstGeom prst="rect">
            <a:avLst/>
          </a:prstGeom>
        </p:spPr>
        <p:txBody>
          <a:bodyPr/>
          <a:lstStyle/>
          <a:p>
            <a:pPr/>
            <a:r>
              <a:t>Useful links</a:t>
            </a:r>
          </a:p>
        </p:txBody>
      </p:sp>
      <p:sp>
        <p:nvSpPr>
          <p:cNvPr id="762" name="Google Shape;3890;p23"/>
          <p:cNvSpPr txBox="1"/>
          <p:nvPr>
            <p:ph type="body" idx="1"/>
          </p:nvPr>
        </p:nvSpPr>
        <p:spPr>
          <a:xfrm>
            <a:off x="1915466" y="4622800"/>
            <a:ext cx="18029598" cy="79480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u="sng">
                <a:solidFill>
                  <a:srgbClr val="1155CC"/>
                </a:solidFill>
              </a:defRPr>
            </a:pPr>
            <a:r>
              <a:rPr>
                <a:uFill>
                  <a:solidFill>
                    <a:srgbClr val="1155CC"/>
                  </a:solidFill>
                </a:uFill>
                <a:hlinkClick r:id="rId2" invalidUrl="" action="" tgtFrame="" tooltip="" history="1" highlightClick="0" endSnd="0"/>
              </a:rPr>
              <a:t>https://computationalstylistics.github.io/</a:t>
            </a:r>
          </a:p>
          <a:p>
            <a:pPr marL="0" indent="0">
              <a:buSzTx/>
              <a:buNone/>
              <a:defRPr u="sng">
                <a:solidFill>
                  <a:srgbClr val="1155CC"/>
                </a:solidFill>
              </a:defRPr>
            </a:pPr>
            <a:r>
              <a:rPr>
                <a:uFill>
                  <a:solidFill>
                    <a:srgbClr val="1155CC"/>
                  </a:solidFill>
                </a:uFill>
                <a:hlinkClick r:id="rId3" invalidUrl="" action="" tgtFrame="" tooltip="" history="1" highlightClick="0" endSnd="0"/>
              </a:rPr>
              <a:t>https://github.com/computationalstylistics/stylo</a:t>
            </a:r>
          </a:p>
          <a:p>
            <a:pPr marL="0" indent="0">
              <a:buSzTx/>
              <a:buNone/>
              <a:defRPr u="sng">
                <a:solidFill>
                  <a:srgbClr val="1155CC"/>
                </a:solidFill>
              </a:defRPr>
            </a:pPr>
            <a:r>
              <a:rPr>
                <a:uFill>
                  <a:solidFill>
                    <a:srgbClr val="1155CC"/>
                  </a:solidFill>
                </a:uFill>
                <a:hlinkClick r:id="rId4" invalidUrl="" action="" tgtFrame="" tooltip="" history="1" highlightClick="0" endSnd="0"/>
              </a:rPr>
              <a:t>https://journal.r-project.org/archive/2016/RJ-2016-007/RJ-2016-007.pdf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 thruBlk="1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3901;p25"/>
          <p:cNvSpPr txBox="1"/>
          <p:nvPr>
            <p:ph type="title"/>
          </p:nvPr>
        </p:nvSpPr>
        <p:spPr>
          <a:xfrm>
            <a:off x="1915466" y="1971666"/>
            <a:ext cx="18029598" cy="2286401"/>
          </a:xfrm>
          <a:prstGeom prst="rect">
            <a:avLst/>
          </a:prstGeom>
        </p:spPr>
        <p:txBody>
          <a:bodyPr/>
          <a:lstStyle/>
          <a:p>
            <a:pPr/>
            <a:r>
              <a:t>Course Objectives</a:t>
            </a:r>
          </a:p>
        </p:txBody>
      </p:sp>
      <p:sp>
        <p:nvSpPr>
          <p:cNvPr id="765" name="Google Shape;3902;p25"/>
          <p:cNvSpPr txBox="1"/>
          <p:nvPr>
            <p:ph type="body" idx="1"/>
          </p:nvPr>
        </p:nvSpPr>
        <p:spPr>
          <a:xfrm>
            <a:off x="1915466" y="4622800"/>
            <a:ext cx="18029598" cy="7948001"/>
          </a:xfrm>
          <a:prstGeom prst="rect">
            <a:avLst/>
          </a:prstGeom>
        </p:spPr>
        <p:txBody>
          <a:bodyPr/>
          <a:lstStyle/>
          <a:p>
            <a:pPr marL="0" indent="0" defTabSz="2194559">
              <a:spcBef>
                <a:spcPts val="1400"/>
              </a:spcBef>
              <a:buSzTx/>
              <a:buNone/>
              <a:defRPr b="1" sz="5760">
                <a:latin typeface="Titillium Web"/>
                <a:ea typeface="Titillium Web"/>
                <a:cs typeface="Titillium Web"/>
                <a:sym typeface="Titillium Web"/>
              </a:defRPr>
            </a:pPr>
          </a:p>
          <a:p>
            <a:pPr marL="205739" indent="-205739" defTabSz="2194559">
              <a:spcBef>
                <a:spcPts val="1400"/>
              </a:spcBef>
              <a:buSzPts val="5700"/>
              <a:defRPr sz="5760"/>
            </a:pPr>
            <a:r>
              <a:t>Provide the theoretical foundations needed to understand the core concepts of computational text analysis</a:t>
            </a:r>
          </a:p>
          <a:p>
            <a:pPr marL="205739" indent="-205739" defTabSz="2194559">
              <a:spcBef>
                <a:spcPts val="1400"/>
              </a:spcBef>
              <a:buSzPts val="5700"/>
              <a:defRPr sz="5760"/>
            </a:pPr>
            <a:r>
              <a:t>Provide a bird’s-eye view of selected basic computational text analysis techniques</a:t>
            </a:r>
          </a:p>
          <a:p>
            <a:pPr marL="205739" indent="-205739" defTabSz="2194559">
              <a:spcBef>
                <a:spcPts val="1400"/>
              </a:spcBef>
              <a:buSzPts val="5700"/>
              <a:defRPr sz="5760"/>
            </a:pPr>
            <a:r>
              <a:t>Provide a foundation for further independent learning and development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 thruBlk="1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3901;p25"/>
          <p:cNvSpPr txBox="1"/>
          <p:nvPr>
            <p:ph type="title"/>
          </p:nvPr>
        </p:nvSpPr>
        <p:spPr>
          <a:xfrm>
            <a:off x="1915466" y="1971666"/>
            <a:ext cx="18029598" cy="2286401"/>
          </a:xfrm>
          <a:prstGeom prst="rect">
            <a:avLst/>
          </a:prstGeom>
        </p:spPr>
        <p:txBody>
          <a:bodyPr/>
          <a:lstStyle/>
          <a:p>
            <a:pPr/>
            <a:r>
              <a:t>Course plan</a:t>
            </a:r>
          </a:p>
        </p:txBody>
      </p:sp>
      <p:sp>
        <p:nvSpPr>
          <p:cNvPr id="768" name="Google Shape;3902;p25"/>
          <p:cNvSpPr txBox="1"/>
          <p:nvPr>
            <p:ph type="body" idx="1"/>
          </p:nvPr>
        </p:nvSpPr>
        <p:spPr>
          <a:xfrm>
            <a:off x="1915466" y="4622800"/>
            <a:ext cx="18029598" cy="79480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b="1">
                <a:latin typeface="Titillium Web"/>
                <a:ea typeface="Titillium Web"/>
                <a:cs typeface="Titillium Web"/>
                <a:sym typeface="Titillium Web"/>
              </a:defRPr>
            </a:pPr>
            <a:r>
              <a:t>Monday 8th June 2026</a:t>
            </a:r>
          </a:p>
          <a:p>
            <a:pPr marL="0" indent="0">
              <a:buSzTx/>
              <a:buNone/>
            </a:pPr>
            <a:r>
              <a:t>11.00-12.00 Introductions</a:t>
            </a:r>
          </a:p>
          <a:p>
            <a:pPr marL="0" indent="0">
              <a:buSzTx/>
              <a:buNone/>
            </a:pPr>
            <a:r>
              <a:t>13.30-16.00 Introduction to Computational Text analysis &amp; Corpus Linguistics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 thruBlk="1"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3907;p26"/>
          <p:cNvSpPr txBox="1"/>
          <p:nvPr>
            <p:ph type="title"/>
          </p:nvPr>
        </p:nvSpPr>
        <p:spPr>
          <a:xfrm>
            <a:off x="1915466" y="1971666"/>
            <a:ext cx="18029598" cy="2286401"/>
          </a:xfrm>
          <a:prstGeom prst="rect">
            <a:avLst/>
          </a:prstGeom>
        </p:spPr>
        <p:txBody>
          <a:bodyPr/>
          <a:lstStyle/>
          <a:p>
            <a:pPr/>
            <a:r>
              <a:t>Course plan</a:t>
            </a:r>
          </a:p>
        </p:txBody>
      </p:sp>
      <p:sp>
        <p:nvSpPr>
          <p:cNvPr id="771" name="Google Shape;3908;p26"/>
          <p:cNvSpPr txBox="1"/>
          <p:nvPr>
            <p:ph type="body" idx="1"/>
          </p:nvPr>
        </p:nvSpPr>
        <p:spPr>
          <a:xfrm>
            <a:off x="1915466" y="4622800"/>
            <a:ext cx="18029598" cy="79480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b="1">
                <a:latin typeface="Titillium Web"/>
                <a:ea typeface="Titillium Web"/>
                <a:cs typeface="Titillium Web"/>
                <a:sym typeface="Titillium Web"/>
              </a:defRPr>
            </a:pPr>
            <a:r>
              <a:t>Tuesday 9th June 2026</a:t>
            </a:r>
          </a:p>
          <a:p>
            <a:pPr marL="0" indent="0">
              <a:buSzTx/>
              <a:buNone/>
            </a:pPr>
            <a:r>
              <a:t>9.00-12.00 Introduction to Stylometry</a:t>
            </a:r>
          </a:p>
          <a:p>
            <a:pPr marL="0" indent="0">
              <a:buSzTx/>
              <a:buNone/>
            </a:pPr>
            <a:r>
              <a:t>13.30-16.00 Stylometry — Hands-on session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 thruBlk="1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3919;p28"/>
          <p:cNvSpPr txBox="1"/>
          <p:nvPr>
            <p:ph type="title"/>
          </p:nvPr>
        </p:nvSpPr>
        <p:spPr>
          <a:xfrm>
            <a:off x="1915466" y="1971666"/>
            <a:ext cx="18029598" cy="2286401"/>
          </a:xfrm>
          <a:prstGeom prst="rect">
            <a:avLst/>
          </a:prstGeom>
        </p:spPr>
        <p:txBody>
          <a:bodyPr/>
          <a:lstStyle/>
          <a:p>
            <a:pPr/>
            <a:r>
              <a:t>Course plan</a:t>
            </a:r>
          </a:p>
        </p:txBody>
      </p:sp>
      <p:sp>
        <p:nvSpPr>
          <p:cNvPr id="774" name="Google Shape;3920;p28"/>
          <p:cNvSpPr txBox="1"/>
          <p:nvPr>
            <p:ph type="body" idx="1"/>
          </p:nvPr>
        </p:nvSpPr>
        <p:spPr>
          <a:xfrm>
            <a:off x="1915466" y="4622800"/>
            <a:ext cx="18029598" cy="79480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b="1">
                <a:latin typeface="Titillium Web"/>
                <a:ea typeface="Titillium Web"/>
                <a:cs typeface="Titillium Web"/>
                <a:sym typeface="Titillium Web"/>
              </a:defRPr>
            </a:pPr>
            <a:r>
              <a:t>Wednesday 10th June 2026</a:t>
            </a:r>
          </a:p>
          <a:p>
            <a:pPr marL="0" indent="0">
              <a:buSzTx/>
              <a:buNone/>
            </a:pPr>
            <a:r>
              <a:t>9.00-12.00 Distributional Semantics</a:t>
            </a:r>
          </a:p>
          <a:p>
            <a:pPr marL="0" indent="0">
              <a:buSzTx/>
              <a:buNone/>
            </a:pPr>
            <a:r>
              <a:t>13.30-16.00 Distributional Semantics </a:t>
            </a:r>
            <a:r>
              <a:rPr sz="6300"/>
              <a:t>— Hands-on session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 thruBlk="1"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3919;p28"/>
          <p:cNvSpPr txBox="1"/>
          <p:nvPr>
            <p:ph type="title"/>
          </p:nvPr>
        </p:nvSpPr>
        <p:spPr>
          <a:xfrm>
            <a:off x="1915466" y="1971666"/>
            <a:ext cx="18029598" cy="2286401"/>
          </a:xfrm>
          <a:prstGeom prst="rect">
            <a:avLst/>
          </a:prstGeom>
        </p:spPr>
        <p:txBody>
          <a:bodyPr/>
          <a:lstStyle/>
          <a:p>
            <a:pPr/>
            <a:r>
              <a:t>Course plan</a:t>
            </a:r>
          </a:p>
        </p:txBody>
      </p:sp>
      <p:sp>
        <p:nvSpPr>
          <p:cNvPr id="777" name="Google Shape;3920;p28"/>
          <p:cNvSpPr txBox="1"/>
          <p:nvPr>
            <p:ph type="body" idx="1"/>
          </p:nvPr>
        </p:nvSpPr>
        <p:spPr>
          <a:xfrm>
            <a:off x="1915466" y="4622800"/>
            <a:ext cx="18029598" cy="79480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b="1">
                <a:latin typeface="Titillium Web"/>
                <a:ea typeface="Titillium Web"/>
                <a:cs typeface="Titillium Web"/>
                <a:sym typeface="Titillium Web"/>
              </a:defRPr>
            </a:pPr>
            <a:r>
              <a:t>Thursday 11th June 2026</a:t>
            </a:r>
          </a:p>
          <a:p>
            <a:pPr marL="0" indent="0">
              <a:buSzTx/>
              <a:buNone/>
            </a:pPr>
            <a:r>
              <a:t>9.00-12.00 Topic Modelling</a:t>
            </a:r>
          </a:p>
          <a:p>
            <a:pPr marL="0" indent="0">
              <a:buSzTx/>
              <a:buNone/>
            </a:pPr>
            <a:r>
              <a:t>13.30-16.00 Topic Modelling — Hand-on session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 thruBlk="1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3925;p29"/>
          <p:cNvSpPr txBox="1"/>
          <p:nvPr>
            <p:ph type="title"/>
          </p:nvPr>
        </p:nvSpPr>
        <p:spPr>
          <a:xfrm>
            <a:off x="1915466" y="1971666"/>
            <a:ext cx="18029598" cy="2286401"/>
          </a:xfrm>
          <a:prstGeom prst="rect">
            <a:avLst/>
          </a:prstGeom>
        </p:spPr>
        <p:txBody>
          <a:bodyPr/>
          <a:lstStyle/>
          <a:p>
            <a:pPr/>
            <a:r>
              <a:t>Course plan</a:t>
            </a:r>
          </a:p>
        </p:txBody>
      </p:sp>
      <p:sp>
        <p:nvSpPr>
          <p:cNvPr id="780" name="Google Shape;3926;p29"/>
          <p:cNvSpPr txBox="1"/>
          <p:nvPr>
            <p:ph type="body" idx="1"/>
          </p:nvPr>
        </p:nvSpPr>
        <p:spPr>
          <a:xfrm>
            <a:off x="1915466" y="4622800"/>
            <a:ext cx="18029598" cy="79480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b="1">
                <a:latin typeface="Titillium Web"/>
                <a:ea typeface="Titillium Web"/>
                <a:cs typeface="Titillium Web"/>
                <a:sym typeface="Titillium Web"/>
              </a:defRPr>
            </a:pPr>
            <a:r>
              <a:t>Friday 12th June 2026</a:t>
            </a:r>
          </a:p>
          <a:p>
            <a:pPr marL="0" indent="0">
              <a:buSzTx/>
              <a:buNone/>
            </a:pPr>
            <a:r>
              <a:t>9.00-12.00 Word co-occurrences </a:t>
            </a:r>
          </a:p>
          <a:p>
            <a:pPr marL="0" indent="0">
              <a:buSzTx/>
              <a:buNone/>
            </a:pPr>
            <a:r>
              <a:t>                  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 thruBlk="1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3925;p29"/>
          <p:cNvSpPr txBox="1"/>
          <p:nvPr>
            <p:ph type="title"/>
          </p:nvPr>
        </p:nvSpPr>
        <p:spPr>
          <a:xfrm>
            <a:off x="1915466" y="1971666"/>
            <a:ext cx="18029598" cy="2286401"/>
          </a:xfrm>
          <a:prstGeom prst="rect">
            <a:avLst/>
          </a:prstGeom>
        </p:spPr>
        <p:txBody>
          <a:bodyPr/>
          <a:lstStyle/>
          <a:p>
            <a:pPr/>
            <a:r>
              <a:t>Course plan</a:t>
            </a:r>
          </a:p>
        </p:txBody>
      </p:sp>
      <p:sp>
        <p:nvSpPr>
          <p:cNvPr id="783" name="Google Shape;3926;p29"/>
          <p:cNvSpPr txBox="1"/>
          <p:nvPr>
            <p:ph type="body" idx="1"/>
          </p:nvPr>
        </p:nvSpPr>
        <p:spPr>
          <a:xfrm>
            <a:off x="1915466" y="4622800"/>
            <a:ext cx="18029598" cy="7948001"/>
          </a:xfrm>
          <a:prstGeom prst="rect">
            <a:avLst/>
          </a:prstGeom>
        </p:spPr>
        <p:txBody>
          <a:bodyPr/>
          <a:lstStyle>
            <a:lvl1pPr marL="0" indent="0">
              <a:buSzTx/>
              <a:buNone/>
              <a:defRPr b="1">
                <a:latin typeface="Titillium Web"/>
                <a:ea typeface="Titillium Web"/>
                <a:cs typeface="Titillium Web"/>
                <a:sym typeface="Titillium Web"/>
              </a:defRPr>
            </a:lvl1pPr>
          </a:lstStyle>
          <a:p>
            <a:pPr/>
            <a:r>
              <a:t>All the sessions are about 50% Theory - 50% Practice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 thruBlk="1"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5" name="obrazek" descr="obrazek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325877" y="1037067"/>
            <a:ext cx="15732246" cy="1164186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 thruBlk="1"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3931;p30"/>
          <p:cNvSpPr txBox="1"/>
          <p:nvPr/>
        </p:nvSpPr>
        <p:spPr>
          <a:xfrm>
            <a:off x="4572266" y="5044133"/>
            <a:ext cx="12326401" cy="414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43799" tIns="243799" rIns="243799" bIns="243799">
            <a:spAutoFit/>
          </a:bodyPr>
          <a:lstStyle>
            <a:lvl1pPr algn="ctr" defTabSz="2438400">
              <a:lnSpc>
                <a:spcPct val="100000"/>
              </a:lnSpc>
              <a:spcBef>
                <a:spcPts val="0"/>
              </a:spcBef>
              <a:defRPr sz="12000">
                <a:solidFill>
                  <a:srgbClr val="D3EBD5"/>
                </a:solidFill>
                <a:latin typeface="Dosis Light"/>
                <a:ea typeface="Dosis Light"/>
                <a:cs typeface="Dosis Light"/>
                <a:sym typeface="Dosis Light"/>
              </a:defRPr>
            </a:lvl1pPr>
          </a:lstStyle>
          <a:p>
            <a:pPr/>
            <a:r>
              <a:t>And now to you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3936;p31"/>
          <p:cNvSpPr txBox="1"/>
          <p:nvPr>
            <p:ph type="body" idx="1"/>
          </p:nvPr>
        </p:nvSpPr>
        <p:spPr>
          <a:xfrm>
            <a:off x="1915466" y="4622800"/>
            <a:ext cx="18029598" cy="7948001"/>
          </a:xfrm>
          <a:prstGeom prst="rect">
            <a:avLst/>
          </a:prstGeom>
        </p:spPr>
        <p:txBody>
          <a:bodyPr/>
          <a:lstStyle/>
          <a:p>
            <a:pPr marL="0" indent="0" algn="ctr" defTabSz="2218944">
              <a:spcBef>
                <a:spcPts val="1400"/>
              </a:spcBef>
              <a:buSzTx/>
              <a:buNone/>
              <a:defRPr sz="7280">
                <a:solidFill>
                  <a:srgbClr val="01597F"/>
                </a:solidFill>
              </a:defRPr>
            </a:pPr>
            <a:r>
              <a:t>What’s your name (and pronouns)?</a:t>
            </a:r>
          </a:p>
          <a:p>
            <a:pPr marL="0" indent="0" algn="ctr" defTabSz="2218944">
              <a:spcBef>
                <a:spcPts val="1400"/>
              </a:spcBef>
              <a:buSzTx/>
              <a:buNone/>
              <a:defRPr sz="7280">
                <a:solidFill>
                  <a:srgbClr val="01597F"/>
                </a:solidFill>
              </a:defRPr>
            </a:pPr>
            <a:r>
              <a:t>Where are you from?</a:t>
            </a:r>
          </a:p>
          <a:p>
            <a:pPr marL="0" indent="0" algn="ctr" defTabSz="2218944">
              <a:spcBef>
                <a:spcPts val="1400"/>
              </a:spcBef>
              <a:buSzTx/>
              <a:buNone/>
              <a:defRPr sz="7280">
                <a:solidFill>
                  <a:srgbClr val="01597F"/>
                </a:solidFill>
              </a:defRPr>
            </a:pPr>
            <a:r>
              <a:t>Why are you interested in computational text analysis? </a:t>
            </a:r>
          </a:p>
          <a:p>
            <a:pPr marL="0" indent="0" algn="ctr" defTabSz="2218944">
              <a:spcBef>
                <a:spcPts val="1400"/>
              </a:spcBef>
              <a:buSzTx/>
              <a:buNone/>
              <a:defRPr sz="7280">
                <a:solidFill>
                  <a:srgbClr val="01597F"/>
                </a:solidFill>
              </a:defRPr>
            </a:pPr>
            <a:r>
              <a:t>What’s the project you’d like to do here?</a:t>
            </a:r>
          </a:p>
          <a:p>
            <a:pPr marL="0" indent="0" defTabSz="2218944">
              <a:spcBef>
                <a:spcPts val="1400"/>
              </a:spcBef>
              <a:buSzTx/>
              <a:buNone/>
              <a:defRPr sz="7280">
                <a:solidFill>
                  <a:srgbClr val="01597F"/>
                </a:solidFill>
              </a:defRPr>
            </a:pPr>
            <a: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 thruBlk="1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