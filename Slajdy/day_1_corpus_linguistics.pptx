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224" name="Shape 1224"/>
          <p:cNvSpPr/>
          <p:nvPr>
            <p:ph type="sldImg"/>
          </p:nvPr>
        </p:nvSpPr>
        <p:spPr>
          <a:xfrm>
            <a:off x="1143000" y="685800"/>
            <a:ext cx="4572000" cy="3429000"/>
          </a:xfrm>
          <a:prstGeom prst="rect">
            <a:avLst/>
          </a:prstGeom>
        </p:spPr>
        <p:txBody>
          <a:bodyPr/>
          <a:lstStyle/>
          <a:p>
            <a:pPr/>
          </a:p>
        </p:txBody>
      </p:sp>
      <p:sp>
        <p:nvSpPr>
          <p:cNvPr id="1225" name="Shape 122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ytuł">
    <p:spTree>
      <p:nvGrpSpPr>
        <p:cNvPr id="1" name=""/>
        <p:cNvGrpSpPr/>
        <p:nvPr/>
      </p:nvGrpSpPr>
      <p:grpSpPr>
        <a:xfrm>
          <a:off x="0" y="0"/>
          <a:ext cx="0" cy="0"/>
          <a:chOff x="0" y="0"/>
          <a:chExt cx="0" cy="0"/>
        </a:xfrm>
      </p:grpSpPr>
      <p:sp>
        <p:nvSpPr>
          <p:cNvPr id="11" name="Autor i data"/>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Autor i data</a:t>
            </a:r>
          </a:p>
        </p:txBody>
      </p:sp>
      <p:sp>
        <p:nvSpPr>
          <p:cNvPr id="12" name="Tytuł prezentacji"/>
          <p:cNvSpPr txBox="1"/>
          <p:nvPr>
            <p:ph type="title" hasCustomPrompt="1"/>
          </p:nvPr>
        </p:nvSpPr>
        <p:spPr>
          <a:xfrm>
            <a:off x="1206496" y="2574991"/>
            <a:ext cx="21971004" cy="4648201"/>
          </a:xfrm>
          <a:prstGeom prst="rect">
            <a:avLst/>
          </a:prstGeom>
        </p:spPr>
        <p:txBody>
          <a:bodyPr anchor="b"/>
          <a:lstStyle>
            <a:lvl1pPr>
              <a:defRPr spc="-232" sz="11600"/>
            </a:lvl1pPr>
          </a:lstStyle>
          <a:p>
            <a:pPr/>
            <a:r>
              <a:t>Tytuł prezentacji</a:t>
            </a:r>
          </a:p>
        </p:txBody>
      </p:sp>
      <p:sp>
        <p:nvSpPr>
          <p:cNvPr id="13" name="Treść - poziom 1…"/>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Podtytuł prezentacji</a:t>
            </a:r>
          </a:p>
          <a:p>
            <a:pPr lvl="1"/>
            <a:r>
              <a:t/>
            </a:r>
          </a:p>
          <a:p>
            <a:pPr lvl="2"/>
            <a:r>
              <a:t/>
            </a:r>
          </a:p>
          <a:p>
            <a:pPr lvl="3"/>
            <a:r>
              <a:t/>
            </a:r>
          </a:p>
          <a:p>
            <a:pPr lvl="4"/>
            <a:r>
              <a:t/>
            </a:r>
          </a:p>
        </p:txBody>
      </p:sp>
      <p:sp>
        <p:nvSpPr>
          <p:cNvPr id="14" name="Numer slajdu"/>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ytuł i zdjęcie">
    <p:spTree>
      <p:nvGrpSpPr>
        <p:cNvPr id="1" name=""/>
        <p:cNvGrpSpPr/>
        <p:nvPr/>
      </p:nvGrpSpPr>
      <p:grpSpPr>
        <a:xfrm>
          <a:off x="0" y="0"/>
          <a:ext cx="0" cy="0"/>
          <a:chOff x="0" y="0"/>
          <a:chExt cx="0" cy="0"/>
        </a:xfrm>
      </p:grpSpPr>
      <p:sp>
        <p:nvSpPr>
          <p:cNvPr id="21" name="Awokado i limonki"/>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Tytuł prezentacji"/>
          <p:cNvSpPr txBox="1"/>
          <p:nvPr>
            <p:ph type="title" hasCustomPrompt="1"/>
          </p:nvPr>
        </p:nvSpPr>
        <p:spPr>
          <a:xfrm>
            <a:off x="1206500" y="7124700"/>
            <a:ext cx="21971000" cy="4648200"/>
          </a:xfrm>
          <a:prstGeom prst="rect">
            <a:avLst/>
          </a:prstGeom>
        </p:spPr>
        <p:txBody>
          <a:bodyPr anchor="b"/>
          <a:lstStyle>
            <a:lvl1pPr>
              <a:defRPr spc="-232" sz="11600"/>
            </a:lvl1pPr>
          </a:lstStyle>
          <a:p>
            <a:pPr/>
            <a:r>
              <a:t>Tytuł prezentacji</a:t>
            </a:r>
          </a:p>
        </p:txBody>
      </p:sp>
      <p:sp>
        <p:nvSpPr>
          <p:cNvPr id="23" name="Autor i data"/>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Autor i data</a:t>
            </a:r>
          </a:p>
        </p:txBody>
      </p:sp>
      <p:sp>
        <p:nvSpPr>
          <p:cNvPr id="24" name="Treść - poziom 1…"/>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Podtytuł prezentacji</a:t>
            </a:r>
          </a:p>
          <a:p>
            <a:pPr lvl="1"/>
            <a:r>
              <a:t/>
            </a:r>
          </a:p>
          <a:p>
            <a:pPr lvl="2"/>
            <a:r>
              <a:t/>
            </a:r>
          </a:p>
          <a:p>
            <a:pPr lvl="3"/>
            <a:r>
              <a:t/>
            </a:r>
          </a:p>
          <a:p>
            <a:pPr lvl="4"/>
            <a:r>
              <a:t/>
            </a:r>
          </a:p>
        </p:txBody>
      </p:sp>
      <p:sp>
        <p:nvSpPr>
          <p:cNvPr id="25" name="Numer slajdu"/>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ytuł i zdjęcie (zamienny)">
    <p:spTree>
      <p:nvGrpSpPr>
        <p:cNvPr id="1" name=""/>
        <p:cNvGrpSpPr/>
        <p:nvPr/>
      </p:nvGrpSpPr>
      <p:grpSpPr>
        <a:xfrm>
          <a:off x="0" y="0"/>
          <a:ext cx="0" cy="0"/>
          <a:chOff x="0" y="0"/>
          <a:chExt cx="0" cy="0"/>
        </a:xfrm>
      </p:grpSpPr>
      <p:sp>
        <p:nvSpPr>
          <p:cNvPr id="32" name="Miska z ciasteczkami z łososia, sałatką i hummusem"/>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Tytuł slajdu"/>
          <p:cNvSpPr txBox="1"/>
          <p:nvPr>
            <p:ph type="title" hasCustomPrompt="1"/>
          </p:nvPr>
        </p:nvSpPr>
        <p:spPr>
          <a:xfrm>
            <a:off x="1206500" y="1270000"/>
            <a:ext cx="9779000" cy="5882273"/>
          </a:xfrm>
          <a:prstGeom prst="rect">
            <a:avLst/>
          </a:prstGeom>
        </p:spPr>
        <p:txBody>
          <a:bodyPr anchor="b"/>
          <a:lstStyle/>
          <a:p>
            <a:pPr/>
            <a:r>
              <a:t>Tytuł slajdu</a:t>
            </a:r>
          </a:p>
        </p:txBody>
      </p:sp>
      <p:sp>
        <p:nvSpPr>
          <p:cNvPr id="34" name="Treść - poziom 1…"/>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Podtytuł slajdu</a:t>
            </a:r>
          </a:p>
          <a:p>
            <a:pPr lvl="1"/>
            <a:r>
              <a:t/>
            </a:r>
          </a:p>
          <a:p>
            <a:pPr lvl="2"/>
            <a:r>
              <a:t/>
            </a:r>
          </a:p>
          <a:p>
            <a:pPr lvl="3"/>
            <a:r>
              <a:t/>
            </a:r>
          </a:p>
          <a:p>
            <a:pPr lvl="4"/>
            <a:r>
              <a:t/>
            </a:r>
          </a:p>
        </p:txBody>
      </p:sp>
      <p:sp>
        <p:nvSpPr>
          <p:cNvPr id="35" name="Numer slajdu"/>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ytuł i punktory">
    <p:spTree>
      <p:nvGrpSpPr>
        <p:cNvPr id="1" name=""/>
        <p:cNvGrpSpPr/>
        <p:nvPr/>
      </p:nvGrpSpPr>
      <p:grpSpPr>
        <a:xfrm>
          <a:off x="0" y="0"/>
          <a:ext cx="0" cy="0"/>
          <a:chOff x="0" y="0"/>
          <a:chExt cx="0" cy="0"/>
        </a:xfrm>
      </p:grpSpPr>
      <p:sp>
        <p:nvSpPr>
          <p:cNvPr id="42" name="Tytuł slajdu"/>
          <p:cNvSpPr txBox="1"/>
          <p:nvPr>
            <p:ph type="title" hasCustomPrompt="1"/>
          </p:nvPr>
        </p:nvSpPr>
        <p:spPr>
          <a:prstGeom prst="rect">
            <a:avLst/>
          </a:prstGeom>
        </p:spPr>
        <p:txBody>
          <a:bodyPr/>
          <a:lstStyle/>
          <a:p>
            <a:pPr/>
            <a:r>
              <a:t>Tytuł slajdu</a:t>
            </a:r>
          </a:p>
        </p:txBody>
      </p:sp>
      <p:sp>
        <p:nvSpPr>
          <p:cNvPr id="43" name="Podtytuł slajdu"/>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Podtytuł slajdu</a:t>
            </a:r>
          </a:p>
        </p:txBody>
      </p:sp>
      <p:sp>
        <p:nvSpPr>
          <p:cNvPr id="44" name="Treść - poziom 1…"/>
          <p:cNvSpPr txBox="1"/>
          <p:nvPr>
            <p:ph type="body" idx="1" hasCustomPrompt="1"/>
          </p:nvPr>
        </p:nvSpPr>
        <p:spPr>
          <a:prstGeom prst="rect">
            <a:avLst/>
          </a:prstGeom>
        </p:spPr>
        <p:txBody>
          <a:bodyPr/>
          <a:lstStyle/>
          <a:p>
            <a:pPr/>
            <a:r>
              <a:t>Tekst punktora na slajdzie</a:t>
            </a:r>
          </a:p>
          <a:p>
            <a:pPr lvl="1"/>
            <a:r>
              <a:t/>
            </a:r>
          </a:p>
          <a:p>
            <a:pPr lvl="2"/>
            <a:r>
              <a:t/>
            </a:r>
          </a:p>
          <a:p>
            <a:pPr lvl="3"/>
            <a:r>
              <a:t/>
            </a:r>
          </a:p>
          <a:p>
            <a:pPr lvl="4"/>
            <a:r>
              <a:t/>
            </a:r>
          </a:p>
        </p:txBody>
      </p:sp>
      <p:sp>
        <p:nvSpPr>
          <p:cNvPr id="45" name="Numer slajdu"/>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unktory">
    <p:spTree>
      <p:nvGrpSpPr>
        <p:cNvPr id="1" name=""/>
        <p:cNvGrpSpPr/>
        <p:nvPr/>
      </p:nvGrpSpPr>
      <p:grpSpPr>
        <a:xfrm>
          <a:off x="0" y="0"/>
          <a:ext cx="0" cy="0"/>
          <a:chOff x="0" y="0"/>
          <a:chExt cx="0" cy="0"/>
        </a:xfrm>
      </p:grpSpPr>
      <p:sp>
        <p:nvSpPr>
          <p:cNvPr id="52" name="Treść - poziom 1…"/>
          <p:cNvSpPr txBox="1"/>
          <p:nvPr>
            <p:ph type="body" idx="1" hasCustomPrompt="1"/>
          </p:nvPr>
        </p:nvSpPr>
        <p:spPr>
          <a:prstGeom prst="rect">
            <a:avLst/>
          </a:prstGeom>
        </p:spPr>
        <p:txBody>
          <a:bodyPr numCol="2" spcCol="1098550"/>
          <a:lstStyle/>
          <a:p>
            <a:pPr/>
            <a:r>
              <a:t>Tekst punktora na slajdzie</a:t>
            </a:r>
          </a:p>
          <a:p>
            <a:pPr lvl="1"/>
            <a:r>
              <a:t/>
            </a:r>
          </a:p>
          <a:p>
            <a:pPr lvl="2"/>
            <a:r>
              <a:t/>
            </a:r>
          </a:p>
          <a:p>
            <a:pPr lvl="3"/>
            <a:r>
              <a:t/>
            </a:r>
          </a:p>
          <a:p>
            <a:pPr lvl="4"/>
            <a:r>
              <a:t/>
            </a:r>
          </a:p>
        </p:txBody>
      </p:sp>
      <p:sp>
        <p:nvSpPr>
          <p:cNvPr id="53" name="Numer slajdu"/>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ytuł i punktory ze zdjęciem">
    <p:spTree>
      <p:nvGrpSpPr>
        <p:cNvPr id="1" name=""/>
        <p:cNvGrpSpPr/>
        <p:nvPr/>
      </p:nvGrpSpPr>
      <p:grpSpPr>
        <a:xfrm>
          <a:off x="0" y="0"/>
          <a:ext cx="0" cy="0"/>
          <a:chOff x="0" y="0"/>
          <a:chExt cx="0" cy="0"/>
        </a:xfrm>
      </p:grpSpPr>
      <p:sp>
        <p:nvSpPr>
          <p:cNvPr id="60" name="Podtytuł slajdu"/>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Podtytuł slajdu</a:t>
            </a:r>
          </a:p>
        </p:txBody>
      </p:sp>
      <p:sp>
        <p:nvSpPr>
          <p:cNvPr id="61" name="Treść - poziom 1…"/>
          <p:cNvSpPr txBox="1"/>
          <p:nvPr>
            <p:ph type="body" sz="half" idx="1" hasCustomPrompt="1"/>
          </p:nvPr>
        </p:nvSpPr>
        <p:spPr>
          <a:xfrm>
            <a:off x="1206500" y="4248504"/>
            <a:ext cx="9779000" cy="8256630"/>
          </a:xfrm>
          <a:prstGeom prst="rect">
            <a:avLst/>
          </a:prstGeom>
        </p:spPr>
        <p:txBody>
          <a:bodyPr/>
          <a:lstStyle/>
          <a:p>
            <a:pPr/>
            <a:r>
              <a:t>Tekst punktora na slajdzie</a:t>
            </a:r>
          </a:p>
          <a:p>
            <a:pPr lvl="1"/>
            <a:r>
              <a:t/>
            </a:r>
          </a:p>
          <a:p>
            <a:pPr lvl="2"/>
            <a:r>
              <a:t/>
            </a:r>
          </a:p>
          <a:p>
            <a:pPr lvl="3"/>
            <a:r>
              <a:t/>
            </a:r>
          </a:p>
          <a:p>
            <a:pPr lvl="4"/>
            <a:r>
              <a:t/>
            </a:r>
          </a:p>
        </p:txBody>
      </p:sp>
      <p:sp>
        <p:nvSpPr>
          <p:cNvPr id="62" name="Miska z makaronem pappardelle, masłem pietruszkowym, prażonymi orzechami oraz tartym parmezanem"/>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Tytuł slajdu"/>
          <p:cNvSpPr txBox="1"/>
          <p:nvPr>
            <p:ph type="title" hasCustomPrompt="1"/>
          </p:nvPr>
        </p:nvSpPr>
        <p:spPr>
          <a:xfrm>
            <a:off x="1206500" y="1079500"/>
            <a:ext cx="9779000" cy="1435100"/>
          </a:xfrm>
          <a:prstGeom prst="rect">
            <a:avLst/>
          </a:prstGeom>
        </p:spPr>
        <p:txBody>
          <a:bodyPr/>
          <a:lstStyle/>
          <a:p>
            <a:pPr/>
            <a:r>
              <a:t>Tytuł slajdu</a:t>
            </a:r>
          </a:p>
        </p:txBody>
      </p:sp>
      <p:sp>
        <p:nvSpPr>
          <p:cNvPr id="64" name="Numer slajdu"/>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ytuł, punktory, małe wideo na żywo">
    <p:spTree>
      <p:nvGrpSpPr>
        <p:cNvPr id="1" name=""/>
        <p:cNvGrpSpPr/>
        <p:nvPr/>
      </p:nvGrpSpPr>
      <p:grpSpPr>
        <a:xfrm>
          <a:off x="0" y="0"/>
          <a:ext cx="0" cy="0"/>
          <a:chOff x="0" y="0"/>
          <a:chExt cx="0" cy="0"/>
        </a:xfrm>
      </p:grpSpPr>
      <p:sp>
        <p:nvSpPr>
          <p:cNvPr id="71" name="Podtytuł slajdu"/>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Podtytuł slajdu</a:t>
            </a:r>
          </a:p>
        </p:txBody>
      </p:sp>
      <p:sp>
        <p:nvSpPr>
          <p:cNvPr id="72" name="Treść - poziom 1…"/>
          <p:cNvSpPr txBox="1"/>
          <p:nvPr>
            <p:ph type="body" sz="half" idx="1" hasCustomPrompt="1"/>
          </p:nvPr>
        </p:nvSpPr>
        <p:spPr>
          <a:xfrm>
            <a:off x="1206500" y="4248504"/>
            <a:ext cx="9779000" cy="8256630"/>
          </a:xfrm>
          <a:prstGeom prst="rect">
            <a:avLst/>
          </a:prstGeom>
        </p:spPr>
        <p:txBody>
          <a:bodyPr/>
          <a:lstStyle/>
          <a:p>
            <a:pPr/>
            <a:r>
              <a:t>Tekst punktora na slajdzie</a:t>
            </a:r>
          </a:p>
          <a:p>
            <a:pPr lvl="1"/>
            <a:r>
              <a:t/>
            </a:r>
          </a:p>
          <a:p>
            <a:pPr lvl="2"/>
            <a:r>
              <a:t/>
            </a:r>
          </a:p>
          <a:p>
            <a:pPr lvl="3"/>
            <a:r>
              <a:t/>
            </a:r>
          </a:p>
          <a:p>
            <a:pPr lvl="4"/>
            <a:r>
              <a:t/>
            </a:r>
          </a:p>
        </p:txBody>
      </p:sp>
      <p:sp>
        <p:nvSpPr>
          <p:cNvPr id="73" name="Tytuł slajdu"/>
          <p:cNvSpPr txBox="1"/>
          <p:nvPr>
            <p:ph type="title" hasCustomPrompt="1"/>
          </p:nvPr>
        </p:nvSpPr>
        <p:spPr>
          <a:xfrm>
            <a:off x="1206500" y="1079500"/>
            <a:ext cx="9779000" cy="1435100"/>
          </a:xfrm>
          <a:prstGeom prst="rect">
            <a:avLst/>
          </a:prstGeom>
        </p:spPr>
        <p:txBody>
          <a:bodyPr/>
          <a:lstStyle/>
          <a:p>
            <a:pPr/>
            <a:r>
              <a:t>Tytuł slajdu</a:t>
            </a:r>
          </a:p>
        </p:txBody>
      </p:sp>
      <p:sp>
        <p:nvSpPr>
          <p:cNvPr id="74" name="Numer slajdu"/>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ytuł, punktory, duże wideo na żywo">
    <p:spTree>
      <p:nvGrpSpPr>
        <p:cNvPr id="1" name=""/>
        <p:cNvGrpSpPr/>
        <p:nvPr/>
      </p:nvGrpSpPr>
      <p:grpSpPr>
        <a:xfrm>
          <a:off x="0" y="0"/>
          <a:ext cx="0" cy="0"/>
          <a:chOff x="0" y="0"/>
          <a:chExt cx="0" cy="0"/>
        </a:xfrm>
      </p:grpSpPr>
      <p:sp>
        <p:nvSpPr>
          <p:cNvPr id="81" name="Podtytuł slajdu"/>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Podtytuł slajdu</a:t>
            </a:r>
          </a:p>
        </p:txBody>
      </p:sp>
      <p:sp>
        <p:nvSpPr>
          <p:cNvPr id="82" name="Treść - poziom 1…"/>
          <p:cNvSpPr txBox="1"/>
          <p:nvPr>
            <p:ph type="body" sz="half" idx="1" hasCustomPrompt="1"/>
          </p:nvPr>
        </p:nvSpPr>
        <p:spPr>
          <a:xfrm>
            <a:off x="1206500" y="4248504"/>
            <a:ext cx="9779000" cy="8256630"/>
          </a:xfrm>
          <a:prstGeom prst="rect">
            <a:avLst/>
          </a:prstGeom>
        </p:spPr>
        <p:txBody>
          <a:bodyPr/>
          <a:lstStyle/>
          <a:p>
            <a:pPr/>
            <a:r>
              <a:t>Tekst punktora na slajdzie</a:t>
            </a:r>
          </a:p>
          <a:p>
            <a:pPr lvl="1"/>
            <a:r>
              <a:t/>
            </a:r>
          </a:p>
          <a:p>
            <a:pPr lvl="2"/>
            <a:r>
              <a:t/>
            </a:r>
          </a:p>
          <a:p>
            <a:pPr lvl="3"/>
            <a:r>
              <a:t/>
            </a:r>
          </a:p>
          <a:p>
            <a:pPr lvl="4"/>
            <a:r>
              <a:t/>
            </a:r>
          </a:p>
        </p:txBody>
      </p:sp>
      <p:sp>
        <p:nvSpPr>
          <p:cNvPr id="83" name="Tytuł slajdu"/>
          <p:cNvSpPr txBox="1"/>
          <p:nvPr>
            <p:ph type="title" hasCustomPrompt="1"/>
          </p:nvPr>
        </p:nvSpPr>
        <p:spPr>
          <a:xfrm>
            <a:off x="1206500" y="1079500"/>
            <a:ext cx="9779000" cy="1435100"/>
          </a:xfrm>
          <a:prstGeom prst="rect">
            <a:avLst/>
          </a:prstGeom>
        </p:spPr>
        <p:txBody>
          <a:bodyPr/>
          <a:lstStyle/>
          <a:p>
            <a:pPr/>
            <a:r>
              <a:t>Tytuł slajdu</a:t>
            </a:r>
          </a:p>
        </p:txBody>
      </p:sp>
      <p:sp>
        <p:nvSpPr>
          <p:cNvPr id="84" name="Numer slajdu"/>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kcja">
    <p:spTree>
      <p:nvGrpSpPr>
        <p:cNvPr id="1" name=""/>
        <p:cNvGrpSpPr/>
        <p:nvPr/>
      </p:nvGrpSpPr>
      <p:grpSpPr>
        <a:xfrm>
          <a:off x="0" y="0"/>
          <a:ext cx="0" cy="0"/>
          <a:chOff x="0" y="0"/>
          <a:chExt cx="0" cy="0"/>
        </a:xfrm>
      </p:grpSpPr>
      <p:sp>
        <p:nvSpPr>
          <p:cNvPr id="91" name="Tytuł sekcji"/>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Tytuł sekcji</a:t>
            </a:r>
          </a:p>
        </p:txBody>
      </p:sp>
      <p:sp>
        <p:nvSpPr>
          <p:cNvPr id="92" name="Numer slajdu"/>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ylko tytuł">
    <p:spTree>
      <p:nvGrpSpPr>
        <p:cNvPr id="1" name=""/>
        <p:cNvGrpSpPr/>
        <p:nvPr/>
      </p:nvGrpSpPr>
      <p:grpSpPr>
        <a:xfrm>
          <a:off x="0" y="0"/>
          <a:ext cx="0" cy="0"/>
          <a:chOff x="0" y="0"/>
          <a:chExt cx="0" cy="0"/>
        </a:xfrm>
      </p:grpSpPr>
      <p:sp>
        <p:nvSpPr>
          <p:cNvPr id="99" name="Tytuł slajdu"/>
          <p:cNvSpPr txBox="1"/>
          <p:nvPr>
            <p:ph type="title" hasCustomPrompt="1"/>
          </p:nvPr>
        </p:nvSpPr>
        <p:spPr>
          <a:xfrm>
            <a:off x="1206500" y="1079500"/>
            <a:ext cx="21971000" cy="1434949"/>
          </a:xfrm>
          <a:prstGeom prst="rect">
            <a:avLst/>
          </a:prstGeom>
        </p:spPr>
        <p:txBody>
          <a:bodyPr/>
          <a:lstStyle/>
          <a:p>
            <a:pPr/>
            <a:r>
              <a:t>Tytuł slajdu</a:t>
            </a:r>
          </a:p>
        </p:txBody>
      </p:sp>
      <p:sp>
        <p:nvSpPr>
          <p:cNvPr id="100" name="Podtytuł slajdu"/>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Podtytuł slajdu</a:t>
            </a:r>
          </a:p>
        </p:txBody>
      </p:sp>
      <p:sp>
        <p:nvSpPr>
          <p:cNvPr id="101" name="Numer slajdu"/>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rogram">
    <p:spTree>
      <p:nvGrpSpPr>
        <p:cNvPr id="1" name=""/>
        <p:cNvGrpSpPr/>
        <p:nvPr/>
      </p:nvGrpSpPr>
      <p:grpSpPr>
        <a:xfrm>
          <a:off x="0" y="0"/>
          <a:ext cx="0" cy="0"/>
          <a:chOff x="0" y="0"/>
          <a:chExt cx="0" cy="0"/>
        </a:xfrm>
      </p:grpSpPr>
      <p:sp>
        <p:nvSpPr>
          <p:cNvPr id="108" name="Tytuł programu"/>
          <p:cNvSpPr txBox="1"/>
          <p:nvPr>
            <p:ph type="title" hasCustomPrompt="1"/>
          </p:nvPr>
        </p:nvSpPr>
        <p:spPr>
          <a:xfrm>
            <a:off x="1206500" y="1079500"/>
            <a:ext cx="21971000" cy="1435100"/>
          </a:xfrm>
          <a:prstGeom prst="rect">
            <a:avLst/>
          </a:prstGeom>
        </p:spPr>
        <p:txBody>
          <a:bodyPr/>
          <a:lstStyle/>
          <a:p>
            <a:pPr/>
            <a:r>
              <a:t>Tytuł programu</a:t>
            </a:r>
          </a:p>
        </p:txBody>
      </p:sp>
      <p:sp>
        <p:nvSpPr>
          <p:cNvPr id="109" name="Podtytuł programu"/>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Podtytuł programu</a:t>
            </a:r>
          </a:p>
        </p:txBody>
      </p:sp>
      <p:sp>
        <p:nvSpPr>
          <p:cNvPr id="110" name="Treść - poziom 1…"/>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Tematy programu</a:t>
            </a:r>
          </a:p>
          <a:p>
            <a:pPr lvl="1"/>
            <a:r>
              <a:t/>
            </a:r>
          </a:p>
          <a:p>
            <a:pPr lvl="2"/>
            <a:r>
              <a:t/>
            </a:r>
          </a:p>
          <a:p>
            <a:pPr lvl="3"/>
            <a:r>
              <a:t/>
            </a:r>
          </a:p>
          <a:p>
            <a:pPr lvl="4"/>
            <a:r>
              <a:t/>
            </a:r>
          </a:p>
        </p:txBody>
      </p:sp>
      <p:sp>
        <p:nvSpPr>
          <p:cNvPr id="111" name="Numer slajdu"/>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świadczenie">
    <p:spTree>
      <p:nvGrpSpPr>
        <p:cNvPr id="1" name=""/>
        <p:cNvGrpSpPr/>
        <p:nvPr/>
      </p:nvGrpSpPr>
      <p:grpSpPr>
        <a:xfrm>
          <a:off x="0" y="0"/>
          <a:ext cx="0" cy="0"/>
          <a:chOff x="0" y="0"/>
          <a:chExt cx="0" cy="0"/>
        </a:xfrm>
      </p:grpSpPr>
      <p:sp>
        <p:nvSpPr>
          <p:cNvPr id="118" name="Treść - poziom 1…"/>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Oświadczenie</a:t>
            </a:r>
          </a:p>
          <a:p>
            <a:pPr lvl="1"/>
            <a:r>
              <a:t/>
            </a:r>
          </a:p>
          <a:p>
            <a:pPr lvl="2"/>
            <a:r>
              <a:t/>
            </a:r>
          </a:p>
          <a:p>
            <a:pPr lvl="3"/>
            <a:r>
              <a:t/>
            </a:r>
          </a:p>
          <a:p>
            <a:pPr lvl="4"/>
            <a:r>
              <a:t/>
            </a:r>
          </a:p>
        </p:txBody>
      </p:sp>
      <p:sp>
        <p:nvSpPr>
          <p:cNvPr id="119" name="Numer slajdu"/>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Ważny fakt">
    <p:spTree>
      <p:nvGrpSpPr>
        <p:cNvPr id="1" name=""/>
        <p:cNvGrpSpPr/>
        <p:nvPr/>
      </p:nvGrpSpPr>
      <p:grpSpPr>
        <a:xfrm>
          <a:off x="0" y="0"/>
          <a:ext cx="0" cy="0"/>
          <a:chOff x="0" y="0"/>
          <a:chExt cx="0" cy="0"/>
        </a:xfrm>
      </p:grpSpPr>
      <p:sp>
        <p:nvSpPr>
          <p:cNvPr id="126" name="Treść - poziom 1…"/>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Informacje dotyczące faktu"/>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Informacje dotyczące faktu</a:t>
            </a:r>
          </a:p>
        </p:txBody>
      </p:sp>
      <p:sp>
        <p:nvSpPr>
          <p:cNvPr id="128" name="Numer slajdu"/>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ytat">
    <p:spTree>
      <p:nvGrpSpPr>
        <p:cNvPr id="1" name=""/>
        <p:cNvGrpSpPr/>
        <p:nvPr/>
      </p:nvGrpSpPr>
      <p:grpSpPr>
        <a:xfrm>
          <a:off x="0" y="0"/>
          <a:ext cx="0" cy="0"/>
          <a:chOff x="0" y="0"/>
          <a:chExt cx="0" cy="0"/>
        </a:xfrm>
      </p:grpSpPr>
      <p:sp>
        <p:nvSpPr>
          <p:cNvPr id="135" name="Uznanie autorstwa"/>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Uznanie autorstwa</a:t>
            </a:r>
          </a:p>
        </p:txBody>
      </p:sp>
      <p:sp>
        <p:nvSpPr>
          <p:cNvPr id="136" name="Treść - poziom 1…"/>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„Cytat godny uwagi”</a:t>
            </a:r>
          </a:p>
          <a:p>
            <a:pPr lvl="1"/>
            <a:r>
              <a:t/>
            </a:r>
          </a:p>
          <a:p>
            <a:pPr lvl="2"/>
            <a:r>
              <a:t/>
            </a:r>
          </a:p>
          <a:p>
            <a:pPr lvl="3"/>
            <a:r>
              <a:t/>
            </a:r>
          </a:p>
          <a:p>
            <a:pPr lvl="4"/>
            <a:r>
              <a:t/>
            </a:r>
          </a:p>
        </p:txBody>
      </p:sp>
      <p:sp>
        <p:nvSpPr>
          <p:cNvPr id="137" name="Numer slajdu"/>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Zdjęcie (3 sztuki)">
    <p:spTree>
      <p:nvGrpSpPr>
        <p:cNvPr id="1" name=""/>
        <p:cNvGrpSpPr/>
        <p:nvPr/>
      </p:nvGrpSpPr>
      <p:grpSpPr>
        <a:xfrm>
          <a:off x="0" y="0"/>
          <a:ext cx="0" cy="0"/>
          <a:chOff x="0" y="0"/>
          <a:chExt cx="0" cy="0"/>
        </a:xfrm>
      </p:grpSpPr>
      <p:sp>
        <p:nvSpPr>
          <p:cNvPr id="144" name="Miska sałatki ze smażonym ryżem, gotowanymi jajkami i pałeczkami"/>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Miska z ciasteczkami z łososia, sałatką i hummusem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Miska z makaronem pappardelle, masłem pietruszkowym, prażonymi orzechami oraz tartym parmezanem"/>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Numer slajdu"/>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Zdjęcie">
    <p:spTree>
      <p:nvGrpSpPr>
        <p:cNvPr id="1" name=""/>
        <p:cNvGrpSpPr/>
        <p:nvPr/>
      </p:nvGrpSpPr>
      <p:grpSpPr>
        <a:xfrm>
          <a:off x="0" y="0"/>
          <a:ext cx="0" cy="0"/>
          <a:chOff x="0" y="0"/>
          <a:chExt cx="0" cy="0"/>
        </a:xfrm>
      </p:grpSpPr>
      <p:sp>
        <p:nvSpPr>
          <p:cNvPr id="154" name="miska sałatki ze smażonym ryżem, gotowanymi jajkami i pałeczkami"/>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Numer slajdu"/>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usty">
    <p:spTree>
      <p:nvGrpSpPr>
        <p:cNvPr id="1" name=""/>
        <p:cNvGrpSpPr/>
        <p:nvPr/>
      </p:nvGrpSpPr>
      <p:grpSpPr>
        <a:xfrm>
          <a:off x="0" y="0"/>
          <a:ext cx="0" cy="0"/>
          <a:chOff x="0" y="0"/>
          <a:chExt cx="0" cy="0"/>
        </a:xfrm>
      </p:grpSpPr>
      <p:sp>
        <p:nvSpPr>
          <p:cNvPr id="162" name="Numer slajdu"/>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7">
    <p:spTree>
      <p:nvGrpSpPr>
        <p:cNvPr id="1" name=""/>
        <p:cNvGrpSpPr/>
        <p:nvPr/>
      </p:nvGrpSpPr>
      <p:grpSpPr>
        <a:xfrm>
          <a:off x="0" y="0"/>
          <a:ext cx="0" cy="0"/>
          <a:chOff x="0" y="0"/>
          <a:chExt cx="0" cy="0"/>
        </a:xfrm>
      </p:grpSpPr>
      <p:sp>
        <p:nvSpPr>
          <p:cNvPr id="169" name="Tekst tytułowy"/>
          <p:cNvSpPr txBox="1"/>
          <p:nvPr>
            <p:ph type="title"/>
          </p:nvPr>
        </p:nvSpPr>
        <p:spPr>
          <a:xfrm>
            <a:off x="831221" y="1985533"/>
            <a:ext cx="22721601" cy="5473601"/>
          </a:xfrm>
          <a:prstGeom prst="rect">
            <a:avLst/>
          </a:prstGeom>
        </p:spPr>
        <p:txBody>
          <a:bodyPr lIns="243799" tIns="243799" rIns="243799" bIns="243799" anchor="b"/>
          <a:lstStyle>
            <a:lvl1pPr algn="ctr" defTabSz="2438400">
              <a:lnSpc>
                <a:spcPct val="100000"/>
              </a:lnSpc>
              <a:defRPr b="0" spc="0" sz="13800">
                <a:solidFill>
                  <a:srgbClr val="0B87A1"/>
                </a:solidFill>
                <a:latin typeface="Dosis Light"/>
                <a:ea typeface="Dosis Light"/>
                <a:cs typeface="Dosis Light"/>
                <a:sym typeface="Dosis Light"/>
              </a:defRPr>
            </a:lvl1pPr>
          </a:lstStyle>
          <a:p>
            <a:pPr/>
            <a:r>
              <a:t>Tekst tytułowy</a:t>
            </a:r>
          </a:p>
        </p:txBody>
      </p:sp>
      <p:sp>
        <p:nvSpPr>
          <p:cNvPr id="170" name="Treść - poziom 1…"/>
          <p:cNvSpPr txBox="1"/>
          <p:nvPr>
            <p:ph type="body" sz="quarter" idx="1"/>
          </p:nvPr>
        </p:nvSpPr>
        <p:spPr>
          <a:xfrm>
            <a:off x="831199" y="7557666"/>
            <a:ext cx="22721602" cy="2113601"/>
          </a:xfrm>
          <a:prstGeom prst="rect">
            <a:avLst/>
          </a:prstGeom>
        </p:spPr>
        <p:txBody>
          <a:bodyPr lIns="243799" tIns="243799" rIns="243799" bIns="243799"/>
          <a:lstStyle>
            <a:lvl1pPr marL="1016000" indent="-939800" algn="ctr" defTabSz="2438400">
              <a:lnSpc>
                <a:spcPct val="100000"/>
              </a:lnSpc>
              <a:spcBef>
                <a:spcPts val="1600"/>
              </a:spcBef>
              <a:buSzTx/>
              <a:buNone/>
              <a:defRPr sz="7400">
                <a:solidFill>
                  <a:srgbClr val="003B55"/>
                </a:solidFill>
                <a:latin typeface="Titillium Web Light"/>
                <a:ea typeface="Titillium Web Light"/>
                <a:cs typeface="Titillium Web Light"/>
                <a:sym typeface="Titillium Web Light"/>
              </a:defRPr>
            </a:lvl1pPr>
            <a:lvl2pPr marL="1016000" indent="-482600" algn="ctr" defTabSz="2438400">
              <a:lnSpc>
                <a:spcPct val="100000"/>
              </a:lnSpc>
              <a:spcBef>
                <a:spcPts val="1600"/>
              </a:spcBef>
              <a:buSzTx/>
              <a:buNone/>
              <a:defRPr sz="7400">
                <a:solidFill>
                  <a:srgbClr val="003B55"/>
                </a:solidFill>
                <a:latin typeface="Titillium Web Light"/>
                <a:ea typeface="Titillium Web Light"/>
                <a:cs typeface="Titillium Web Light"/>
                <a:sym typeface="Titillium Web Light"/>
              </a:defRPr>
            </a:lvl2pPr>
            <a:lvl3pPr marL="1016000" indent="-25400" algn="ctr" defTabSz="2438400">
              <a:lnSpc>
                <a:spcPct val="100000"/>
              </a:lnSpc>
              <a:spcBef>
                <a:spcPts val="1600"/>
              </a:spcBef>
              <a:buSzTx/>
              <a:buNone/>
              <a:defRPr sz="7400">
                <a:solidFill>
                  <a:srgbClr val="003B55"/>
                </a:solidFill>
                <a:latin typeface="Titillium Web Light"/>
                <a:ea typeface="Titillium Web Light"/>
                <a:cs typeface="Titillium Web Light"/>
                <a:sym typeface="Titillium Web Light"/>
              </a:defRPr>
            </a:lvl3pPr>
            <a:lvl4pPr marL="1016000" indent="431800" algn="ctr" defTabSz="2438400">
              <a:lnSpc>
                <a:spcPct val="100000"/>
              </a:lnSpc>
              <a:spcBef>
                <a:spcPts val="1600"/>
              </a:spcBef>
              <a:buSzTx/>
              <a:buNone/>
              <a:defRPr sz="7400">
                <a:solidFill>
                  <a:srgbClr val="003B55"/>
                </a:solidFill>
                <a:latin typeface="Titillium Web Light"/>
                <a:ea typeface="Titillium Web Light"/>
                <a:cs typeface="Titillium Web Light"/>
                <a:sym typeface="Titillium Web Light"/>
              </a:defRPr>
            </a:lvl4pPr>
            <a:lvl5pPr marL="1016000" indent="889000" algn="ctr" defTabSz="2438400">
              <a:lnSpc>
                <a:spcPct val="100000"/>
              </a:lnSpc>
              <a:spcBef>
                <a:spcPts val="1600"/>
              </a:spcBef>
              <a:buSzTx/>
              <a:buNone/>
              <a:defRPr sz="7400">
                <a:solidFill>
                  <a:srgbClr val="003B55"/>
                </a:solidFill>
                <a:latin typeface="Titillium Web Light"/>
                <a:ea typeface="Titillium Web Light"/>
                <a:cs typeface="Titillium Web Light"/>
                <a:sym typeface="Titillium Web Light"/>
              </a:defRPr>
            </a:lvl5pPr>
          </a:lstStyle>
          <a:p>
            <a:pPr/>
            <a:r>
              <a:t>Treść - poziom 1</a:t>
            </a:r>
          </a:p>
          <a:p>
            <a:pPr lvl="1"/>
            <a:r>
              <a:t>Treść - poziom 2</a:t>
            </a:r>
          </a:p>
          <a:p>
            <a:pPr lvl="2"/>
            <a:r>
              <a:t>Treść - poziom 3</a:t>
            </a:r>
          </a:p>
          <a:p>
            <a:pPr lvl="3"/>
            <a:r>
              <a:t>Treść - poziom 4</a:t>
            </a:r>
          </a:p>
          <a:p>
            <a:pPr lvl="4"/>
            <a:r>
              <a:t>Treść - poziom 5</a:t>
            </a:r>
          </a:p>
        </p:txBody>
      </p:sp>
      <p:sp>
        <p:nvSpPr>
          <p:cNvPr id="171" name="Numer slajdu"/>
          <p:cNvSpPr txBox="1"/>
          <p:nvPr>
            <p:ph type="sldNum" sz="quarter" idx="2"/>
          </p:nvPr>
        </p:nvSpPr>
        <p:spPr>
          <a:xfrm>
            <a:off x="22593222" y="12474945"/>
            <a:ext cx="952342" cy="970201"/>
          </a:xfrm>
          <a:prstGeom prst="rect">
            <a:avLst/>
          </a:prstGeom>
        </p:spPr>
        <p:txBody>
          <a:bodyPr lIns="243799" tIns="243799" rIns="243799" bIns="243799" anchor="ctr"/>
          <a:lstStyle>
            <a:lvl1pPr algn="l" defTabSz="2438400">
              <a:defRPr sz="3200">
                <a:solidFill>
                  <a:srgbClr val="0B87A1"/>
                </a:solidFill>
                <a:latin typeface="Dosis Light"/>
                <a:ea typeface="Dosis Light"/>
                <a:cs typeface="Dosis Light"/>
                <a:sym typeface="Dosis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bg>
      <p:bgPr>
        <a:solidFill>
          <a:srgbClr val="003B55"/>
        </a:solidFill>
      </p:bgPr>
    </p:bg>
    <p:spTree>
      <p:nvGrpSpPr>
        <p:cNvPr id="1" name=""/>
        <p:cNvGrpSpPr/>
        <p:nvPr/>
      </p:nvGrpSpPr>
      <p:grpSpPr>
        <a:xfrm>
          <a:off x="0" y="0"/>
          <a:ext cx="0" cy="0"/>
          <a:chOff x="0" y="0"/>
          <a:chExt cx="0" cy="0"/>
        </a:xfrm>
      </p:grpSpPr>
      <p:sp>
        <p:nvSpPr>
          <p:cNvPr id="178" name="Tekst tytułowy"/>
          <p:cNvSpPr txBox="1"/>
          <p:nvPr>
            <p:ph type="title"/>
          </p:nvPr>
        </p:nvSpPr>
        <p:spPr>
          <a:xfrm>
            <a:off x="2031999" y="1857132"/>
            <a:ext cx="14391203" cy="3092802"/>
          </a:xfrm>
          <a:prstGeom prst="rect">
            <a:avLst/>
          </a:prstGeom>
        </p:spPr>
        <p:txBody>
          <a:bodyPr lIns="243798" tIns="243798" rIns="243798" bIns="243798"/>
          <a:lstStyle>
            <a:lvl1pPr defTabSz="2438400">
              <a:lnSpc>
                <a:spcPct val="100000"/>
              </a:lnSpc>
              <a:defRPr b="0" spc="0" sz="16000">
                <a:solidFill>
                  <a:srgbClr val="80BFB7"/>
                </a:solidFill>
                <a:latin typeface="Dosis Light"/>
                <a:ea typeface="Dosis Light"/>
                <a:cs typeface="Dosis Light"/>
                <a:sym typeface="Dosis Light"/>
              </a:defRPr>
            </a:lvl1pPr>
          </a:lstStyle>
          <a:p>
            <a:pPr/>
            <a:r>
              <a:t>Tekst tytułowy</a:t>
            </a:r>
          </a:p>
        </p:txBody>
      </p:sp>
      <p:grpSp>
        <p:nvGrpSpPr>
          <p:cNvPr id="259" name="Google Shape;11;p2"/>
          <p:cNvGrpSpPr/>
          <p:nvPr/>
        </p:nvGrpSpPr>
        <p:grpSpPr>
          <a:xfrm>
            <a:off x="23214374" y="76525"/>
            <a:ext cx="1093625" cy="13563479"/>
            <a:chOff x="0" y="-1"/>
            <a:chExt cx="1093623" cy="13563477"/>
          </a:xfrm>
        </p:grpSpPr>
        <p:sp>
          <p:nvSpPr>
            <p:cNvPr id="179" name="Google Shape;12;p2"/>
            <p:cNvSpPr/>
            <p:nvPr/>
          </p:nvSpPr>
          <p:spPr>
            <a:xfrm rot="10800000">
              <a:off x="779374" y="1324922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80" name="Google Shape;13;p2"/>
            <p:cNvSpPr/>
            <p:nvPr/>
          </p:nvSpPr>
          <p:spPr>
            <a:xfrm rot="10800000">
              <a:off x="779374" y="12859506"/>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81" name="Google Shape;14;p2"/>
            <p:cNvSpPr/>
            <p:nvPr/>
          </p:nvSpPr>
          <p:spPr>
            <a:xfrm rot="10800000">
              <a:off x="779374" y="1246985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82" name="Google Shape;15;p2"/>
            <p:cNvSpPr/>
            <p:nvPr/>
          </p:nvSpPr>
          <p:spPr>
            <a:xfrm rot="10800000">
              <a:off x="779374" y="12080198"/>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83" name="Google Shape;16;p2"/>
            <p:cNvSpPr/>
            <p:nvPr/>
          </p:nvSpPr>
          <p:spPr>
            <a:xfrm rot="10800000">
              <a:off x="779374" y="11690479"/>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84" name="Google Shape;17;p2"/>
            <p:cNvSpPr/>
            <p:nvPr/>
          </p:nvSpPr>
          <p:spPr>
            <a:xfrm rot="10800000">
              <a:off x="779374" y="11300824"/>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85" name="Google Shape;18;p2"/>
            <p:cNvSpPr/>
            <p:nvPr/>
          </p:nvSpPr>
          <p:spPr>
            <a:xfrm rot="10800000">
              <a:off x="779374" y="1091110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86" name="Google Shape;19;p2"/>
            <p:cNvSpPr/>
            <p:nvPr/>
          </p:nvSpPr>
          <p:spPr>
            <a:xfrm rot="10800000">
              <a:off x="779374" y="10521450"/>
              <a:ext cx="314250" cy="314249"/>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87" name="Google Shape;20;p2"/>
            <p:cNvSpPr/>
            <p:nvPr/>
          </p:nvSpPr>
          <p:spPr>
            <a:xfrm rot="10800000">
              <a:off x="779374" y="10131731"/>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88" name="Google Shape;21;p2"/>
            <p:cNvSpPr/>
            <p:nvPr/>
          </p:nvSpPr>
          <p:spPr>
            <a:xfrm rot="10800000">
              <a:off x="779374" y="974207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89" name="Google Shape;22;p2"/>
            <p:cNvSpPr/>
            <p:nvPr/>
          </p:nvSpPr>
          <p:spPr>
            <a:xfrm rot="10800000">
              <a:off x="779374" y="9352357"/>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90" name="Google Shape;23;p2"/>
            <p:cNvSpPr/>
            <p:nvPr/>
          </p:nvSpPr>
          <p:spPr>
            <a:xfrm rot="10800000">
              <a:off x="779374" y="896270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91" name="Google Shape;24;p2"/>
            <p:cNvSpPr/>
            <p:nvPr/>
          </p:nvSpPr>
          <p:spPr>
            <a:xfrm rot="10800000">
              <a:off x="779374" y="857304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92" name="Google Shape;25;p2"/>
            <p:cNvSpPr/>
            <p:nvPr/>
          </p:nvSpPr>
          <p:spPr>
            <a:xfrm rot="10800000">
              <a:off x="779374" y="8183328"/>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93" name="Google Shape;26;p2"/>
            <p:cNvSpPr/>
            <p:nvPr/>
          </p:nvSpPr>
          <p:spPr>
            <a:xfrm rot="10800000">
              <a:off x="779374" y="779367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94" name="Google Shape;27;p2"/>
            <p:cNvSpPr/>
            <p:nvPr/>
          </p:nvSpPr>
          <p:spPr>
            <a:xfrm rot="10800000">
              <a:off x="779374" y="7403954"/>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95" name="Google Shape;28;p2"/>
            <p:cNvSpPr/>
            <p:nvPr/>
          </p:nvSpPr>
          <p:spPr>
            <a:xfrm rot="10800000">
              <a:off x="779374" y="7014300"/>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96" name="Google Shape;29;p2"/>
            <p:cNvSpPr/>
            <p:nvPr/>
          </p:nvSpPr>
          <p:spPr>
            <a:xfrm rot="10800000">
              <a:off x="779374" y="6624580"/>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97" name="Google Shape;30;p2"/>
            <p:cNvSpPr/>
            <p:nvPr/>
          </p:nvSpPr>
          <p:spPr>
            <a:xfrm rot="10800000">
              <a:off x="779374" y="623492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98" name="Google Shape;31;p2"/>
            <p:cNvSpPr/>
            <p:nvPr/>
          </p:nvSpPr>
          <p:spPr>
            <a:xfrm rot="10800000">
              <a:off x="779374" y="584527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99" name="Google Shape;32;p2"/>
            <p:cNvSpPr/>
            <p:nvPr/>
          </p:nvSpPr>
          <p:spPr>
            <a:xfrm rot="10800000">
              <a:off x="779374" y="545555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00" name="Google Shape;33;p2"/>
            <p:cNvSpPr/>
            <p:nvPr/>
          </p:nvSpPr>
          <p:spPr>
            <a:xfrm rot="10800000">
              <a:off x="779374" y="506589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01" name="Google Shape;34;p2"/>
            <p:cNvSpPr/>
            <p:nvPr/>
          </p:nvSpPr>
          <p:spPr>
            <a:xfrm rot="10800000">
              <a:off x="779374" y="467617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02" name="Google Shape;35;p2"/>
            <p:cNvSpPr/>
            <p:nvPr/>
          </p:nvSpPr>
          <p:spPr>
            <a:xfrm rot="10800000">
              <a:off x="779374" y="428652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03" name="Google Shape;36;p2"/>
            <p:cNvSpPr/>
            <p:nvPr/>
          </p:nvSpPr>
          <p:spPr>
            <a:xfrm rot="10800000">
              <a:off x="779374" y="3896804"/>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04" name="Google Shape;37;p2"/>
            <p:cNvSpPr/>
            <p:nvPr/>
          </p:nvSpPr>
          <p:spPr>
            <a:xfrm rot="10800000">
              <a:off x="779374" y="3507149"/>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05" name="Google Shape;38;p2"/>
            <p:cNvSpPr/>
            <p:nvPr/>
          </p:nvSpPr>
          <p:spPr>
            <a:xfrm rot="10800000">
              <a:off x="779374" y="3117430"/>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06" name="Google Shape;39;p2"/>
            <p:cNvSpPr/>
            <p:nvPr/>
          </p:nvSpPr>
          <p:spPr>
            <a:xfrm rot="10800000">
              <a:off x="779374" y="2727775"/>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07" name="Google Shape;40;p2"/>
            <p:cNvSpPr/>
            <p:nvPr/>
          </p:nvSpPr>
          <p:spPr>
            <a:xfrm rot="10800000">
              <a:off x="779374" y="233812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08" name="Google Shape;41;p2"/>
            <p:cNvSpPr/>
            <p:nvPr/>
          </p:nvSpPr>
          <p:spPr>
            <a:xfrm rot="10800000">
              <a:off x="779374" y="1948402"/>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09" name="Google Shape;42;p2"/>
            <p:cNvSpPr/>
            <p:nvPr/>
          </p:nvSpPr>
          <p:spPr>
            <a:xfrm rot="10800000">
              <a:off x="779374" y="155874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10" name="Google Shape;43;p2"/>
            <p:cNvSpPr/>
            <p:nvPr/>
          </p:nvSpPr>
          <p:spPr>
            <a:xfrm rot="10800000">
              <a:off x="779374" y="1169028"/>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11" name="Google Shape;44;p2"/>
            <p:cNvSpPr/>
            <p:nvPr/>
          </p:nvSpPr>
          <p:spPr>
            <a:xfrm rot="10800000">
              <a:off x="779374" y="77937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12" name="Google Shape;45;p2"/>
            <p:cNvSpPr/>
            <p:nvPr/>
          </p:nvSpPr>
          <p:spPr>
            <a:xfrm rot="10800000">
              <a:off x="779374" y="389654"/>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13" name="Google Shape;46;p2"/>
            <p:cNvSpPr/>
            <p:nvPr/>
          </p:nvSpPr>
          <p:spPr>
            <a:xfrm rot="10800000">
              <a:off x="779374" y="-2"/>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14" name="Google Shape;47;p2"/>
            <p:cNvSpPr/>
            <p:nvPr/>
          </p:nvSpPr>
          <p:spPr>
            <a:xfrm rot="10800000">
              <a:off x="389655" y="12859506"/>
              <a:ext cx="314314"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15" name="Google Shape;48;p2"/>
            <p:cNvSpPr/>
            <p:nvPr/>
          </p:nvSpPr>
          <p:spPr>
            <a:xfrm rot="10800000">
              <a:off x="389655" y="12469853"/>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16" name="Google Shape;49;p2"/>
            <p:cNvSpPr/>
            <p:nvPr/>
          </p:nvSpPr>
          <p:spPr>
            <a:xfrm rot="10800000">
              <a:off x="389655" y="11690479"/>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17" name="Google Shape;50;p2"/>
            <p:cNvSpPr/>
            <p:nvPr/>
          </p:nvSpPr>
          <p:spPr>
            <a:xfrm rot="10800000">
              <a:off x="389655" y="10911103"/>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18" name="Google Shape;51;p2"/>
            <p:cNvSpPr/>
            <p:nvPr/>
          </p:nvSpPr>
          <p:spPr>
            <a:xfrm rot="10800000">
              <a:off x="389655" y="10521450"/>
              <a:ext cx="314314" cy="314249"/>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19" name="Google Shape;52;p2"/>
            <p:cNvSpPr/>
            <p:nvPr/>
          </p:nvSpPr>
          <p:spPr>
            <a:xfrm rot="10800000">
              <a:off x="389655" y="9352357"/>
              <a:ext cx="314314"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20" name="Google Shape;53;p2"/>
            <p:cNvSpPr/>
            <p:nvPr/>
          </p:nvSpPr>
          <p:spPr>
            <a:xfrm rot="10800000">
              <a:off x="389655" y="8962701"/>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21" name="Google Shape;54;p2"/>
            <p:cNvSpPr/>
            <p:nvPr/>
          </p:nvSpPr>
          <p:spPr>
            <a:xfrm rot="10800000">
              <a:off x="389655" y="8183328"/>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22" name="Google Shape;55;p2"/>
            <p:cNvSpPr/>
            <p:nvPr/>
          </p:nvSpPr>
          <p:spPr>
            <a:xfrm rot="10800000">
              <a:off x="389655" y="7793673"/>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23" name="Google Shape;56;p2"/>
            <p:cNvSpPr/>
            <p:nvPr/>
          </p:nvSpPr>
          <p:spPr>
            <a:xfrm rot="10800000">
              <a:off x="389655" y="7403954"/>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24" name="Google Shape;57;p2"/>
            <p:cNvSpPr/>
            <p:nvPr/>
          </p:nvSpPr>
          <p:spPr>
            <a:xfrm rot="10800000">
              <a:off x="389655" y="6624580"/>
              <a:ext cx="314314"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25" name="Google Shape;58;p2"/>
            <p:cNvSpPr/>
            <p:nvPr/>
          </p:nvSpPr>
          <p:spPr>
            <a:xfrm rot="10800000">
              <a:off x="389655" y="6234926"/>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26" name="Google Shape;59;p2"/>
            <p:cNvSpPr/>
            <p:nvPr/>
          </p:nvSpPr>
          <p:spPr>
            <a:xfrm rot="10800000">
              <a:off x="389655" y="5845271"/>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27" name="Google Shape;60;p2"/>
            <p:cNvSpPr/>
            <p:nvPr/>
          </p:nvSpPr>
          <p:spPr>
            <a:xfrm rot="10800000">
              <a:off x="389655" y="4676177"/>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28" name="Google Shape;61;p2"/>
            <p:cNvSpPr/>
            <p:nvPr/>
          </p:nvSpPr>
          <p:spPr>
            <a:xfrm rot="10800000">
              <a:off x="389655" y="4286523"/>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29" name="Google Shape;62;p2"/>
            <p:cNvSpPr/>
            <p:nvPr/>
          </p:nvSpPr>
          <p:spPr>
            <a:xfrm rot="10800000">
              <a:off x="389655" y="3896804"/>
              <a:ext cx="314314"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30" name="Google Shape;63;p2"/>
            <p:cNvSpPr/>
            <p:nvPr/>
          </p:nvSpPr>
          <p:spPr>
            <a:xfrm rot="10800000">
              <a:off x="389655" y="3117430"/>
              <a:ext cx="314314"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31" name="Google Shape;64;p2"/>
            <p:cNvSpPr/>
            <p:nvPr/>
          </p:nvSpPr>
          <p:spPr>
            <a:xfrm rot="10800000">
              <a:off x="389655" y="2727775"/>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32" name="Google Shape;65;p2"/>
            <p:cNvSpPr/>
            <p:nvPr/>
          </p:nvSpPr>
          <p:spPr>
            <a:xfrm rot="10800000">
              <a:off x="389655" y="2338121"/>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33" name="Google Shape;66;p2"/>
            <p:cNvSpPr/>
            <p:nvPr/>
          </p:nvSpPr>
          <p:spPr>
            <a:xfrm rot="10800000">
              <a:off x="389655" y="1948402"/>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34" name="Google Shape;67;p2"/>
            <p:cNvSpPr/>
            <p:nvPr/>
          </p:nvSpPr>
          <p:spPr>
            <a:xfrm rot="10800000">
              <a:off x="389655" y="1169028"/>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35" name="Google Shape;68;p2"/>
            <p:cNvSpPr/>
            <p:nvPr/>
          </p:nvSpPr>
          <p:spPr>
            <a:xfrm rot="10800000">
              <a:off x="389655" y="779373"/>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36" name="Google Shape;69;p2"/>
            <p:cNvSpPr/>
            <p:nvPr/>
          </p:nvSpPr>
          <p:spPr>
            <a:xfrm rot="10800000">
              <a:off x="389655" y="-2"/>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37" name="Google Shape;70;p2"/>
            <p:cNvSpPr/>
            <p:nvPr/>
          </p:nvSpPr>
          <p:spPr>
            <a:xfrm rot="10800000">
              <a:off x="-1" y="1324922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38" name="Google Shape;71;p2"/>
            <p:cNvSpPr/>
            <p:nvPr/>
          </p:nvSpPr>
          <p:spPr>
            <a:xfrm rot="10800000">
              <a:off x="-1" y="1246985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39" name="Google Shape;72;p2"/>
            <p:cNvSpPr/>
            <p:nvPr/>
          </p:nvSpPr>
          <p:spPr>
            <a:xfrm rot="10800000">
              <a:off x="-1" y="11300824"/>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40" name="Google Shape;73;p2"/>
            <p:cNvSpPr/>
            <p:nvPr/>
          </p:nvSpPr>
          <p:spPr>
            <a:xfrm rot="10800000">
              <a:off x="-1" y="1091110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41" name="Google Shape;74;p2"/>
            <p:cNvSpPr/>
            <p:nvPr/>
          </p:nvSpPr>
          <p:spPr>
            <a:xfrm rot="10800000">
              <a:off x="-1" y="10131731"/>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42" name="Google Shape;75;p2"/>
            <p:cNvSpPr/>
            <p:nvPr/>
          </p:nvSpPr>
          <p:spPr>
            <a:xfrm rot="10800000">
              <a:off x="-1" y="974207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43" name="Google Shape;76;p2"/>
            <p:cNvSpPr/>
            <p:nvPr/>
          </p:nvSpPr>
          <p:spPr>
            <a:xfrm rot="10800000">
              <a:off x="-1" y="8183328"/>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44" name="Google Shape;77;p2"/>
            <p:cNvSpPr/>
            <p:nvPr/>
          </p:nvSpPr>
          <p:spPr>
            <a:xfrm rot="10800000">
              <a:off x="-1" y="779367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45" name="Google Shape;78;p2"/>
            <p:cNvSpPr/>
            <p:nvPr/>
          </p:nvSpPr>
          <p:spPr>
            <a:xfrm rot="10800000">
              <a:off x="-1" y="7403954"/>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46" name="Google Shape;79;p2"/>
            <p:cNvSpPr/>
            <p:nvPr/>
          </p:nvSpPr>
          <p:spPr>
            <a:xfrm rot="10800000">
              <a:off x="-1" y="7014300"/>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47" name="Google Shape;80;p2"/>
            <p:cNvSpPr/>
            <p:nvPr/>
          </p:nvSpPr>
          <p:spPr>
            <a:xfrm rot="10800000">
              <a:off x="-1" y="623492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48" name="Google Shape;81;p2"/>
            <p:cNvSpPr/>
            <p:nvPr/>
          </p:nvSpPr>
          <p:spPr>
            <a:xfrm rot="10800000">
              <a:off x="-1" y="545555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49" name="Google Shape;82;p2"/>
            <p:cNvSpPr/>
            <p:nvPr/>
          </p:nvSpPr>
          <p:spPr>
            <a:xfrm rot="10800000">
              <a:off x="-1" y="506589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50" name="Google Shape;83;p2"/>
            <p:cNvSpPr/>
            <p:nvPr/>
          </p:nvSpPr>
          <p:spPr>
            <a:xfrm rot="10800000">
              <a:off x="-1" y="428652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51" name="Google Shape;84;p2"/>
            <p:cNvSpPr/>
            <p:nvPr/>
          </p:nvSpPr>
          <p:spPr>
            <a:xfrm rot="10800000">
              <a:off x="-1" y="3896804"/>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52" name="Google Shape;85;p2"/>
            <p:cNvSpPr/>
            <p:nvPr/>
          </p:nvSpPr>
          <p:spPr>
            <a:xfrm rot="10800000">
              <a:off x="-1" y="3507149"/>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53" name="Google Shape;86;p2"/>
            <p:cNvSpPr/>
            <p:nvPr/>
          </p:nvSpPr>
          <p:spPr>
            <a:xfrm rot="10800000">
              <a:off x="-1" y="3117430"/>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54" name="Google Shape;87;p2"/>
            <p:cNvSpPr/>
            <p:nvPr/>
          </p:nvSpPr>
          <p:spPr>
            <a:xfrm rot="10800000">
              <a:off x="-1" y="1948402"/>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55" name="Google Shape;88;p2"/>
            <p:cNvSpPr/>
            <p:nvPr/>
          </p:nvSpPr>
          <p:spPr>
            <a:xfrm rot="10800000">
              <a:off x="-1" y="155874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56" name="Google Shape;89;p2"/>
            <p:cNvSpPr/>
            <p:nvPr/>
          </p:nvSpPr>
          <p:spPr>
            <a:xfrm rot="10800000">
              <a:off x="-1" y="77937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57" name="Google Shape;90;p2"/>
            <p:cNvSpPr/>
            <p:nvPr/>
          </p:nvSpPr>
          <p:spPr>
            <a:xfrm rot="10800000">
              <a:off x="-1" y="389654"/>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58" name="Google Shape;91;p2"/>
            <p:cNvSpPr/>
            <p:nvPr/>
          </p:nvSpPr>
          <p:spPr>
            <a:xfrm rot="10800000">
              <a:off x="-1" y="-2"/>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grpSp>
      <p:grpSp>
        <p:nvGrpSpPr>
          <p:cNvPr id="379" name="Google Shape;92;p2"/>
          <p:cNvGrpSpPr/>
          <p:nvPr/>
        </p:nvGrpSpPr>
        <p:grpSpPr>
          <a:xfrm>
            <a:off x="17758823" y="76525"/>
            <a:ext cx="6159523" cy="13563479"/>
            <a:chOff x="0" y="-1"/>
            <a:chExt cx="6159522" cy="13563477"/>
          </a:xfrm>
        </p:grpSpPr>
        <p:sp>
          <p:nvSpPr>
            <p:cNvPr id="260" name="Google Shape;93;p2"/>
            <p:cNvSpPr/>
            <p:nvPr/>
          </p:nvSpPr>
          <p:spPr>
            <a:xfrm rot="10800000">
              <a:off x="5845207" y="13249226"/>
              <a:ext cx="314315"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61" name="Google Shape;94;p2"/>
            <p:cNvSpPr/>
            <p:nvPr/>
          </p:nvSpPr>
          <p:spPr>
            <a:xfrm rot="10800000">
              <a:off x="5845207" y="12080198"/>
              <a:ext cx="314315"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62" name="Google Shape;95;p2"/>
            <p:cNvSpPr/>
            <p:nvPr/>
          </p:nvSpPr>
          <p:spPr>
            <a:xfrm rot="10800000">
              <a:off x="5845207" y="11300824"/>
              <a:ext cx="314315"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63" name="Google Shape;96;p2"/>
            <p:cNvSpPr/>
            <p:nvPr/>
          </p:nvSpPr>
          <p:spPr>
            <a:xfrm rot="10800000">
              <a:off x="5845207" y="10131731"/>
              <a:ext cx="314315"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64" name="Google Shape;97;p2"/>
            <p:cNvSpPr/>
            <p:nvPr/>
          </p:nvSpPr>
          <p:spPr>
            <a:xfrm rot="10800000">
              <a:off x="5845207" y="9742076"/>
              <a:ext cx="314315"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65" name="Google Shape;98;p2"/>
            <p:cNvSpPr/>
            <p:nvPr/>
          </p:nvSpPr>
          <p:spPr>
            <a:xfrm rot="10800000">
              <a:off x="5845207" y="8573047"/>
              <a:ext cx="314315"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66" name="Google Shape;99;p2"/>
            <p:cNvSpPr/>
            <p:nvPr/>
          </p:nvSpPr>
          <p:spPr>
            <a:xfrm rot="10800000">
              <a:off x="5845207" y="7014300"/>
              <a:ext cx="314315"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67" name="Google Shape;100;p2"/>
            <p:cNvSpPr/>
            <p:nvPr/>
          </p:nvSpPr>
          <p:spPr>
            <a:xfrm rot="10800000">
              <a:off x="5845207" y="5455551"/>
              <a:ext cx="314315"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68" name="Google Shape;101;p2"/>
            <p:cNvSpPr/>
            <p:nvPr/>
          </p:nvSpPr>
          <p:spPr>
            <a:xfrm rot="10800000">
              <a:off x="5845207" y="5065897"/>
              <a:ext cx="314315"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69" name="Google Shape;102;p2"/>
            <p:cNvSpPr/>
            <p:nvPr/>
          </p:nvSpPr>
          <p:spPr>
            <a:xfrm rot="10800000">
              <a:off x="5845207" y="3507149"/>
              <a:ext cx="314315"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70" name="Google Shape;103;p2"/>
            <p:cNvSpPr/>
            <p:nvPr/>
          </p:nvSpPr>
          <p:spPr>
            <a:xfrm rot="10800000">
              <a:off x="5845207" y="1558747"/>
              <a:ext cx="314315"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71" name="Google Shape;104;p2"/>
            <p:cNvSpPr/>
            <p:nvPr/>
          </p:nvSpPr>
          <p:spPr>
            <a:xfrm rot="10800000">
              <a:off x="5845207" y="389654"/>
              <a:ext cx="314315"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72" name="Google Shape;105;p2"/>
            <p:cNvSpPr/>
            <p:nvPr/>
          </p:nvSpPr>
          <p:spPr>
            <a:xfrm rot="10800000">
              <a:off x="5455552" y="12859506"/>
              <a:ext cx="314250" cy="314315"/>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73" name="Google Shape;106;p2"/>
            <p:cNvSpPr/>
            <p:nvPr/>
          </p:nvSpPr>
          <p:spPr>
            <a:xfrm rot="10800000">
              <a:off x="5455552" y="1208019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74" name="Google Shape;107;p2"/>
            <p:cNvSpPr/>
            <p:nvPr/>
          </p:nvSpPr>
          <p:spPr>
            <a:xfrm rot="10800000">
              <a:off x="5455552" y="11690479"/>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75" name="Google Shape;108;p2"/>
            <p:cNvSpPr/>
            <p:nvPr/>
          </p:nvSpPr>
          <p:spPr>
            <a:xfrm rot="10800000">
              <a:off x="5455552" y="10521450"/>
              <a:ext cx="314250" cy="314249"/>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76" name="Google Shape;109;p2"/>
            <p:cNvSpPr/>
            <p:nvPr/>
          </p:nvSpPr>
          <p:spPr>
            <a:xfrm rot="10800000">
              <a:off x="5455552" y="9352357"/>
              <a:ext cx="314250" cy="314315"/>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77" name="Google Shape;110;p2"/>
            <p:cNvSpPr/>
            <p:nvPr/>
          </p:nvSpPr>
          <p:spPr>
            <a:xfrm rot="10800000">
              <a:off x="5455552" y="896270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78" name="Google Shape;111;p2"/>
            <p:cNvSpPr/>
            <p:nvPr/>
          </p:nvSpPr>
          <p:spPr>
            <a:xfrm rot="10800000">
              <a:off x="5455552" y="857304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79" name="Google Shape;112;p2"/>
            <p:cNvSpPr/>
            <p:nvPr/>
          </p:nvSpPr>
          <p:spPr>
            <a:xfrm rot="10800000">
              <a:off x="5455552" y="6624580"/>
              <a:ext cx="314250" cy="314315"/>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80" name="Google Shape;113;p2"/>
            <p:cNvSpPr/>
            <p:nvPr/>
          </p:nvSpPr>
          <p:spPr>
            <a:xfrm rot="10800000">
              <a:off x="5455552" y="584527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81" name="Google Shape;114;p2"/>
            <p:cNvSpPr/>
            <p:nvPr/>
          </p:nvSpPr>
          <p:spPr>
            <a:xfrm rot="10800000">
              <a:off x="5455552" y="467617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82" name="Google Shape;115;p2"/>
            <p:cNvSpPr/>
            <p:nvPr/>
          </p:nvSpPr>
          <p:spPr>
            <a:xfrm rot="10800000">
              <a:off x="5455552" y="2727775"/>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83" name="Google Shape;116;p2"/>
            <p:cNvSpPr/>
            <p:nvPr/>
          </p:nvSpPr>
          <p:spPr>
            <a:xfrm rot="10800000">
              <a:off x="5455552" y="233812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84" name="Google Shape;117;p2"/>
            <p:cNvSpPr/>
            <p:nvPr/>
          </p:nvSpPr>
          <p:spPr>
            <a:xfrm rot="10800000">
              <a:off x="5455552" y="116902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85" name="Google Shape;118;p2"/>
            <p:cNvSpPr/>
            <p:nvPr/>
          </p:nvSpPr>
          <p:spPr>
            <a:xfrm rot="10800000">
              <a:off x="5065898" y="13249226"/>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86" name="Google Shape;119;p2"/>
            <p:cNvSpPr/>
            <p:nvPr/>
          </p:nvSpPr>
          <p:spPr>
            <a:xfrm rot="10800000">
              <a:off x="5065898" y="1246985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87" name="Google Shape;120;p2"/>
            <p:cNvSpPr/>
            <p:nvPr/>
          </p:nvSpPr>
          <p:spPr>
            <a:xfrm rot="10800000">
              <a:off x="5065898" y="11300824"/>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88" name="Google Shape;121;p2"/>
            <p:cNvSpPr/>
            <p:nvPr/>
          </p:nvSpPr>
          <p:spPr>
            <a:xfrm rot="10800000">
              <a:off x="5065898" y="1091110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89" name="Google Shape;122;p2"/>
            <p:cNvSpPr/>
            <p:nvPr/>
          </p:nvSpPr>
          <p:spPr>
            <a:xfrm rot="10800000">
              <a:off x="5065898" y="10131731"/>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90" name="Google Shape;123;p2"/>
            <p:cNvSpPr/>
            <p:nvPr/>
          </p:nvSpPr>
          <p:spPr>
            <a:xfrm rot="10800000">
              <a:off x="5065898" y="9742076"/>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91" name="Google Shape;124;p2"/>
            <p:cNvSpPr/>
            <p:nvPr/>
          </p:nvSpPr>
          <p:spPr>
            <a:xfrm rot="10800000">
              <a:off x="5065898" y="818332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92" name="Google Shape;125;p2"/>
            <p:cNvSpPr/>
            <p:nvPr/>
          </p:nvSpPr>
          <p:spPr>
            <a:xfrm rot="10800000">
              <a:off x="5065898" y="779367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93" name="Google Shape;126;p2"/>
            <p:cNvSpPr/>
            <p:nvPr/>
          </p:nvSpPr>
          <p:spPr>
            <a:xfrm rot="10800000">
              <a:off x="5065898" y="7014300"/>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94" name="Google Shape;127;p2"/>
            <p:cNvSpPr/>
            <p:nvPr/>
          </p:nvSpPr>
          <p:spPr>
            <a:xfrm rot="10800000">
              <a:off x="5065898" y="6624580"/>
              <a:ext cx="314250" cy="314315"/>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95" name="Google Shape;128;p2"/>
            <p:cNvSpPr/>
            <p:nvPr/>
          </p:nvSpPr>
          <p:spPr>
            <a:xfrm rot="10800000">
              <a:off x="5065898" y="584527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96" name="Google Shape;129;p2"/>
            <p:cNvSpPr/>
            <p:nvPr/>
          </p:nvSpPr>
          <p:spPr>
            <a:xfrm rot="10800000">
              <a:off x="5065898" y="545555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97" name="Google Shape;130;p2"/>
            <p:cNvSpPr/>
            <p:nvPr/>
          </p:nvSpPr>
          <p:spPr>
            <a:xfrm rot="10800000">
              <a:off x="5065898" y="506589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98" name="Google Shape;131;p2"/>
            <p:cNvSpPr/>
            <p:nvPr/>
          </p:nvSpPr>
          <p:spPr>
            <a:xfrm rot="10800000">
              <a:off x="5065898" y="467617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299" name="Google Shape;132;p2"/>
            <p:cNvSpPr/>
            <p:nvPr/>
          </p:nvSpPr>
          <p:spPr>
            <a:xfrm rot="10800000">
              <a:off x="5065898" y="3507149"/>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00" name="Google Shape;133;p2"/>
            <p:cNvSpPr/>
            <p:nvPr/>
          </p:nvSpPr>
          <p:spPr>
            <a:xfrm rot="10800000">
              <a:off x="5065898" y="3117430"/>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01" name="Google Shape;134;p2"/>
            <p:cNvSpPr/>
            <p:nvPr/>
          </p:nvSpPr>
          <p:spPr>
            <a:xfrm rot="10800000">
              <a:off x="5065898" y="2727775"/>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02" name="Google Shape;135;p2"/>
            <p:cNvSpPr/>
            <p:nvPr/>
          </p:nvSpPr>
          <p:spPr>
            <a:xfrm rot="10800000">
              <a:off x="5065898" y="1948402"/>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03" name="Google Shape;136;p2"/>
            <p:cNvSpPr/>
            <p:nvPr/>
          </p:nvSpPr>
          <p:spPr>
            <a:xfrm rot="10800000">
              <a:off x="5065898" y="116902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04" name="Google Shape;137;p2"/>
            <p:cNvSpPr/>
            <p:nvPr/>
          </p:nvSpPr>
          <p:spPr>
            <a:xfrm rot="10800000">
              <a:off x="5065898" y="-2"/>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05" name="Google Shape;138;p2"/>
            <p:cNvSpPr/>
            <p:nvPr/>
          </p:nvSpPr>
          <p:spPr>
            <a:xfrm rot="10800000">
              <a:off x="4676178" y="13249226"/>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06" name="Google Shape;139;p2"/>
            <p:cNvSpPr/>
            <p:nvPr/>
          </p:nvSpPr>
          <p:spPr>
            <a:xfrm rot="10800000">
              <a:off x="4676178" y="1246985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07" name="Google Shape;140;p2"/>
            <p:cNvSpPr/>
            <p:nvPr/>
          </p:nvSpPr>
          <p:spPr>
            <a:xfrm rot="10800000">
              <a:off x="4676178" y="1208019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08" name="Google Shape;141;p2"/>
            <p:cNvSpPr/>
            <p:nvPr/>
          </p:nvSpPr>
          <p:spPr>
            <a:xfrm rot="10800000">
              <a:off x="4676178" y="11690479"/>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09" name="Google Shape;142;p2"/>
            <p:cNvSpPr/>
            <p:nvPr/>
          </p:nvSpPr>
          <p:spPr>
            <a:xfrm rot="10800000">
              <a:off x="4676178" y="11300824"/>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10" name="Google Shape;143;p2"/>
            <p:cNvSpPr/>
            <p:nvPr/>
          </p:nvSpPr>
          <p:spPr>
            <a:xfrm rot="10800000">
              <a:off x="4676178" y="1091110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11" name="Google Shape;144;p2"/>
            <p:cNvSpPr/>
            <p:nvPr/>
          </p:nvSpPr>
          <p:spPr>
            <a:xfrm rot="10800000">
              <a:off x="4676178" y="10521450"/>
              <a:ext cx="314250" cy="314249"/>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12" name="Google Shape;145;p2"/>
            <p:cNvSpPr/>
            <p:nvPr/>
          </p:nvSpPr>
          <p:spPr>
            <a:xfrm rot="10800000">
              <a:off x="4676178" y="10131731"/>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13" name="Google Shape;146;p2"/>
            <p:cNvSpPr/>
            <p:nvPr/>
          </p:nvSpPr>
          <p:spPr>
            <a:xfrm rot="10800000">
              <a:off x="4676178" y="9742076"/>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14" name="Google Shape;147;p2"/>
            <p:cNvSpPr/>
            <p:nvPr/>
          </p:nvSpPr>
          <p:spPr>
            <a:xfrm rot="10800000">
              <a:off x="4676178" y="9352357"/>
              <a:ext cx="314250" cy="314315"/>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15" name="Google Shape;148;p2"/>
            <p:cNvSpPr/>
            <p:nvPr/>
          </p:nvSpPr>
          <p:spPr>
            <a:xfrm rot="10800000">
              <a:off x="4676178" y="896270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16" name="Google Shape;149;p2"/>
            <p:cNvSpPr/>
            <p:nvPr/>
          </p:nvSpPr>
          <p:spPr>
            <a:xfrm rot="10800000">
              <a:off x="4676178" y="857304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17" name="Google Shape;150;p2"/>
            <p:cNvSpPr/>
            <p:nvPr/>
          </p:nvSpPr>
          <p:spPr>
            <a:xfrm rot="10800000">
              <a:off x="4676178" y="818332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18" name="Google Shape;151;p2"/>
            <p:cNvSpPr/>
            <p:nvPr/>
          </p:nvSpPr>
          <p:spPr>
            <a:xfrm rot="10800000">
              <a:off x="4676178" y="7403954"/>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19" name="Google Shape;152;p2"/>
            <p:cNvSpPr/>
            <p:nvPr/>
          </p:nvSpPr>
          <p:spPr>
            <a:xfrm rot="10800000">
              <a:off x="4676178" y="7014300"/>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20" name="Google Shape;153;p2"/>
            <p:cNvSpPr/>
            <p:nvPr/>
          </p:nvSpPr>
          <p:spPr>
            <a:xfrm rot="10800000">
              <a:off x="4676178" y="6234926"/>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21" name="Google Shape;154;p2"/>
            <p:cNvSpPr/>
            <p:nvPr/>
          </p:nvSpPr>
          <p:spPr>
            <a:xfrm rot="10800000">
              <a:off x="4676178" y="584527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22" name="Google Shape;155;p2"/>
            <p:cNvSpPr/>
            <p:nvPr/>
          </p:nvSpPr>
          <p:spPr>
            <a:xfrm rot="10800000">
              <a:off x="4676178" y="545555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23" name="Google Shape;156;p2"/>
            <p:cNvSpPr/>
            <p:nvPr/>
          </p:nvSpPr>
          <p:spPr>
            <a:xfrm rot="10800000">
              <a:off x="4676178" y="506589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24" name="Google Shape;157;p2"/>
            <p:cNvSpPr/>
            <p:nvPr/>
          </p:nvSpPr>
          <p:spPr>
            <a:xfrm rot="10800000">
              <a:off x="4676178" y="467617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25" name="Google Shape;158;p2"/>
            <p:cNvSpPr/>
            <p:nvPr/>
          </p:nvSpPr>
          <p:spPr>
            <a:xfrm rot="10800000">
              <a:off x="4676178" y="428652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26" name="Google Shape;159;p2"/>
            <p:cNvSpPr/>
            <p:nvPr/>
          </p:nvSpPr>
          <p:spPr>
            <a:xfrm rot="10800000">
              <a:off x="4676178" y="3896804"/>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27" name="Google Shape;160;p2"/>
            <p:cNvSpPr/>
            <p:nvPr/>
          </p:nvSpPr>
          <p:spPr>
            <a:xfrm rot="10800000">
              <a:off x="4676178" y="3507149"/>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28" name="Google Shape;161;p2"/>
            <p:cNvSpPr/>
            <p:nvPr/>
          </p:nvSpPr>
          <p:spPr>
            <a:xfrm rot="10800000">
              <a:off x="4676178" y="2727775"/>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29" name="Google Shape;162;p2"/>
            <p:cNvSpPr/>
            <p:nvPr/>
          </p:nvSpPr>
          <p:spPr>
            <a:xfrm rot="10800000">
              <a:off x="4676178" y="233812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30" name="Google Shape;163;p2"/>
            <p:cNvSpPr/>
            <p:nvPr/>
          </p:nvSpPr>
          <p:spPr>
            <a:xfrm rot="10800000">
              <a:off x="4676178" y="1948402"/>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31" name="Google Shape;164;p2"/>
            <p:cNvSpPr/>
            <p:nvPr/>
          </p:nvSpPr>
          <p:spPr>
            <a:xfrm rot="10800000">
              <a:off x="4676178" y="155874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32" name="Google Shape;165;p2"/>
            <p:cNvSpPr/>
            <p:nvPr/>
          </p:nvSpPr>
          <p:spPr>
            <a:xfrm rot="10800000">
              <a:off x="4676178" y="116902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33" name="Google Shape;166;p2"/>
            <p:cNvSpPr/>
            <p:nvPr/>
          </p:nvSpPr>
          <p:spPr>
            <a:xfrm rot="10800000">
              <a:off x="4676178" y="77937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34" name="Google Shape;167;p2"/>
            <p:cNvSpPr/>
            <p:nvPr/>
          </p:nvSpPr>
          <p:spPr>
            <a:xfrm rot="10800000">
              <a:off x="4676178" y="389654"/>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35" name="Google Shape;168;p2"/>
            <p:cNvSpPr/>
            <p:nvPr/>
          </p:nvSpPr>
          <p:spPr>
            <a:xfrm rot="10800000">
              <a:off x="4676178" y="-2"/>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36" name="Google Shape;169;p2"/>
            <p:cNvSpPr/>
            <p:nvPr/>
          </p:nvSpPr>
          <p:spPr>
            <a:xfrm rot="10800000">
              <a:off x="4286524" y="13249226"/>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37" name="Google Shape;170;p2"/>
            <p:cNvSpPr/>
            <p:nvPr/>
          </p:nvSpPr>
          <p:spPr>
            <a:xfrm rot="10800000">
              <a:off x="4286524" y="11690479"/>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38" name="Google Shape;171;p2"/>
            <p:cNvSpPr/>
            <p:nvPr/>
          </p:nvSpPr>
          <p:spPr>
            <a:xfrm rot="10800000">
              <a:off x="4286524" y="11300824"/>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39" name="Google Shape;172;p2"/>
            <p:cNvSpPr/>
            <p:nvPr/>
          </p:nvSpPr>
          <p:spPr>
            <a:xfrm rot="10800000">
              <a:off x="4286524" y="10131731"/>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40" name="Google Shape;173;p2"/>
            <p:cNvSpPr/>
            <p:nvPr/>
          </p:nvSpPr>
          <p:spPr>
            <a:xfrm rot="10800000">
              <a:off x="4286524" y="9352357"/>
              <a:ext cx="314250" cy="314315"/>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41" name="Google Shape;174;p2"/>
            <p:cNvSpPr/>
            <p:nvPr/>
          </p:nvSpPr>
          <p:spPr>
            <a:xfrm rot="10800000">
              <a:off x="4286524" y="818332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42" name="Google Shape;175;p2"/>
            <p:cNvSpPr/>
            <p:nvPr/>
          </p:nvSpPr>
          <p:spPr>
            <a:xfrm rot="10800000">
              <a:off x="4286524" y="7403954"/>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43" name="Google Shape;176;p2"/>
            <p:cNvSpPr/>
            <p:nvPr/>
          </p:nvSpPr>
          <p:spPr>
            <a:xfrm rot="10800000">
              <a:off x="4286524" y="6624580"/>
              <a:ext cx="314250" cy="314315"/>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44" name="Google Shape;177;p2"/>
            <p:cNvSpPr/>
            <p:nvPr/>
          </p:nvSpPr>
          <p:spPr>
            <a:xfrm rot="10800000">
              <a:off x="4286524" y="6234926"/>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45" name="Google Shape;178;p2"/>
            <p:cNvSpPr/>
            <p:nvPr/>
          </p:nvSpPr>
          <p:spPr>
            <a:xfrm rot="10800000">
              <a:off x="4286524" y="545555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46" name="Google Shape;179;p2"/>
            <p:cNvSpPr/>
            <p:nvPr/>
          </p:nvSpPr>
          <p:spPr>
            <a:xfrm rot="10800000">
              <a:off x="4286524" y="506589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47" name="Google Shape;180;p2"/>
            <p:cNvSpPr/>
            <p:nvPr/>
          </p:nvSpPr>
          <p:spPr>
            <a:xfrm rot="10800000">
              <a:off x="4286524" y="428652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48" name="Google Shape;181;p2"/>
            <p:cNvSpPr/>
            <p:nvPr/>
          </p:nvSpPr>
          <p:spPr>
            <a:xfrm rot="10800000">
              <a:off x="4286524" y="3896804"/>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49" name="Google Shape;182;p2"/>
            <p:cNvSpPr/>
            <p:nvPr/>
          </p:nvSpPr>
          <p:spPr>
            <a:xfrm rot="10800000">
              <a:off x="4286524" y="3117430"/>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50" name="Google Shape;183;p2"/>
            <p:cNvSpPr/>
            <p:nvPr/>
          </p:nvSpPr>
          <p:spPr>
            <a:xfrm rot="10800000">
              <a:off x="4286524" y="2727775"/>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51" name="Google Shape;184;p2"/>
            <p:cNvSpPr/>
            <p:nvPr/>
          </p:nvSpPr>
          <p:spPr>
            <a:xfrm rot="10800000">
              <a:off x="4286524" y="233812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52" name="Google Shape;185;p2"/>
            <p:cNvSpPr/>
            <p:nvPr/>
          </p:nvSpPr>
          <p:spPr>
            <a:xfrm rot="10800000">
              <a:off x="4286524" y="1948402"/>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53" name="Google Shape;186;p2"/>
            <p:cNvSpPr/>
            <p:nvPr/>
          </p:nvSpPr>
          <p:spPr>
            <a:xfrm rot="10800000">
              <a:off x="4286524" y="116902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54" name="Google Shape;187;p2"/>
            <p:cNvSpPr/>
            <p:nvPr/>
          </p:nvSpPr>
          <p:spPr>
            <a:xfrm rot="10800000">
              <a:off x="4286524" y="389654"/>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55" name="Google Shape;188;p2"/>
            <p:cNvSpPr/>
            <p:nvPr/>
          </p:nvSpPr>
          <p:spPr>
            <a:xfrm rot="10800000">
              <a:off x="3896804" y="13249226"/>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56" name="Google Shape;189;p2"/>
            <p:cNvSpPr/>
            <p:nvPr/>
          </p:nvSpPr>
          <p:spPr>
            <a:xfrm rot="10800000">
              <a:off x="3896804" y="11690479"/>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57" name="Google Shape;190;p2"/>
            <p:cNvSpPr/>
            <p:nvPr/>
          </p:nvSpPr>
          <p:spPr>
            <a:xfrm rot="10800000">
              <a:off x="3896804" y="1091110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58" name="Google Shape;191;p2"/>
            <p:cNvSpPr/>
            <p:nvPr/>
          </p:nvSpPr>
          <p:spPr>
            <a:xfrm rot="10800000">
              <a:off x="3896804" y="10131731"/>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59" name="Google Shape;192;p2"/>
            <p:cNvSpPr/>
            <p:nvPr/>
          </p:nvSpPr>
          <p:spPr>
            <a:xfrm rot="10800000">
              <a:off x="3896804" y="896270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60" name="Google Shape;193;p2"/>
            <p:cNvSpPr/>
            <p:nvPr/>
          </p:nvSpPr>
          <p:spPr>
            <a:xfrm rot="10800000">
              <a:off x="3896804" y="7403954"/>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61" name="Google Shape;194;p2"/>
            <p:cNvSpPr/>
            <p:nvPr/>
          </p:nvSpPr>
          <p:spPr>
            <a:xfrm rot="10800000">
              <a:off x="3896804" y="7014300"/>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62" name="Google Shape;195;p2"/>
            <p:cNvSpPr/>
            <p:nvPr/>
          </p:nvSpPr>
          <p:spPr>
            <a:xfrm rot="10800000">
              <a:off x="3896804" y="428652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63" name="Google Shape;196;p2"/>
            <p:cNvSpPr/>
            <p:nvPr/>
          </p:nvSpPr>
          <p:spPr>
            <a:xfrm rot="10800000">
              <a:off x="3896804" y="3117430"/>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64" name="Google Shape;197;p2"/>
            <p:cNvSpPr/>
            <p:nvPr/>
          </p:nvSpPr>
          <p:spPr>
            <a:xfrm rot="10800000">
              <a:off x="3896804" y="116902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65" name="Google Shape;198;p2"/>
            <p:cNvSpPr/>
            <p:nvPr/>
          </p:nvSpPr>
          <p:spPr>
            <a:xfrm rot="10800000">
              <a:off x="3896804" y="-2"/>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66" name="Google Shape;199;p2"/>
            <p:cNvSpPr/>
            <p:nvPr/>
          </p:nvSpPr>
          <p:spPr>
            <a:xfrm rot="10800000">
              <a:off x="3507149" y="12859506"/>
              <a:ext cx="314250" cy="314315"/>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67" name="Google Shape;200;p2"/>
            <p:cNvSpPr/>
            <p:nvPr/>
          </p:nvSpPr>
          <p:spPr>
            <a:xfrm rot="10800000">
              <a:off x="3507149" y="11690479"/>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68" name="Google Shape;201;p2"/>
            <p:cNvSpPr/>
            <p:nvPr/>
          </p:nvSpPr>
          <p:spPr>
            <a:xfrm rot="10800000">
              <a:off x="3507149" y="506589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69" name="Google Shape;202;p2"/>
            <p:cNvSpPr/>
            <p:nvPr/>
          </p:nvSpPr>
          <p:spPr>
            <a:xfrm rot="10800000">
              <a:off x="3507149" y="1948402"/>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70" name="Google Shape;203;p2"/>
            <p:cNvSpPr/>
            <p:nvPr/>
          </p:nvSpPr>
          <p:spPr>
            <a:xfrm rot="10800000">
              <a:off x="3507149" y="389654"/>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71" name="Google Shape;204;p2"/>
            <p:cNvSpPr/>
            <p:nvPr/>
          </p:nvSpPr>
          <p:spPr>
            <a:xfrm rot="10800000">
              <a:off x="3117430" y="12080198"/>
              <a:ext cx="314315"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72" name="Google Shape;205;p2"/>
            <p:cNvSpPr/>
            <p:nvPr/>
          </p:nvSpPr>
          <p:spPr>
            <a:xfrm rot="10800000">
              <a:off x="3117430" y="8962701"/>
              <a:ext cx="314315"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73" name="Google Shape;206;p2"/>
            <p:cNvSpPr/>
            <p:nvPr/>
          </p:nvSpPr>
          <p:spPr>
            <a:xfrm rot="10800000">
              <a:off x="3117430" y="6624580"/>
              <a:ext cx="314315" cy="314315"/>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74" name="Google Shape;207;p2"/>
            <p:cNvSpPr/>
            <p:nvPr/>
          </p:nvSpPr>
          <p:spPr>
            <a:xfrm rot="10800000">
              <a:off x="2727775" y="77937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75" name="Google Shape;208;p2"/>
            <p:cNvSpPr/>
            <p:nvPr/>
          </p:nvSpPr>
          <p:spPr>
            <a:xfrm rot="10800000">
              <a:off x="2338121" y="155874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76" name="Google Shape;209;p2"/>
            <p:cNvSpPr/>
            <p:nvPr/>
          </p:nvSpPr>
          <p:spPr>
            <a:xfrm rot="10800000">
              <a:off x="1558747" y="7014300"/>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77" name="Google Shape;210;p2"/>
            <p:cNvSpPr/>
            <p:nvPr/>
          </p:nvSpPr>
          <p:spPr>
            <a:xfrm rot="10800000">
              <a:off x="1558747" y="389654"/>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78" name="Google Shape;211;p2"/>
            <p:cNvSpPr/>
            <p:nvPr/>
          </p:nvSpPr>
          <p:spPr>
            <a:xfrm rot="10800000">
              <a:off x="-1" y="11300824"/>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grpSp>
      <p:grpSp>
        <p:nvGrpSpPr>
          <p:cNvPr id="589" name="Google Shape;212;p2"/>
          <p:cNvGrpSpPr/>
          <p:nvPr/>
        </p:nvGrpSpPr>
        <p:grpSpPr>
          <a:xfrm>
            <a:off x="16979450" y="76525"/>
            <a:ext cx="5380146" cy="13563479"/>
            <a:chOff x="0" y="-1"/>
            <a:chExt cx="5380145" cy="13563477"/>
          </a:xfrm>
        </p:grpSpPr>
        <p:sp>
          <p:nvSpPr>
            <p:cNvPr id="380" name="Google Shape;213;p2"/>
            <p:cNvSpPr/>
            <p:nvPr/>
          </p:nvSpPr>
          <p:spPr>
            <a:xfrm rot="10800000">
              <a:off x="5065896" y="10521450"/>
              <a:ext cx="314249" cy="314249"/>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81" name="Google Shape;214;p2"/>
            <p:cNvSpPr/>
            <p:nvPr/>
          </p:nvSpPr>
          <p:spPr>
            <a:xfrm rot="10800000">
              <a:off x="5065896" y="9742076"/>
              <a:ext cx="314249"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82" name="Google Shape;215;p2"/>
            <p:cNvSpPr/>
            <p:nvPr/>
          </p:nvSpPr>
          <p:spPr>
            <a:xfrm rot="10800000">
              <a:off x="5065896" y="7014300"/>
              <a:ext cx="314249"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83" name="Google Shape;216;p2"/>
            <p:cNvSpPr/>
            <p:nvPr/>
          </p:nvSpPr>
          <p:spPr>
            <a:xfrm rot="10800000">
              <a:off x="5065896" y="3507149"/>
              <a:ext cx="314249"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84" name="Google Shape;217;p2"/>
            <p:cNvSpPr/>
            <p:nvPr/>
          </p:nvSpPr>
          <p:spPr>
            <a:xfrm rot="10800000">
              <a:off x="5065896" y="1558747"/>
              <a:ext cx="314249"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85" name="Google Shape;218;p2"/>
            <p:cNvSpPr/>
            <p:nvPr/>
          </p:nvSpPr>
          <p:spPr>
            <a:xfrm rot="10800000">
              <a:off x="5065896" y="779373"/>
              <a:ext cx="314249"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86" name="Google Shape;219;p2"/>
            <p:cNvSpPr/>
            <p:nvPr/>
          </p:nvSpPr>
          <p:spPr>
            <a:xfrm rot="10800000">
              <a:off x="4676177" y="1246985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87" name="Google Shape;220;p2"/>
            <p:cNvSpPr/>
            <p:nvPr/>
          </p:nvSpPr>
          <p:spPr>
            <a:xfrm rot="10800000">
              <a:off x="4676177" y="10521450"/>
              <a:ext cx="314250" cy="314249"/>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88" name="Google Shape;221;p2"/>
            <p:cNvSpPr/>
            <p:nvPr/>
          </p:nvSpPr>
          <p:spPr>
            <a:xfrm rot="10800000">
              <a:off x="4676177" y="6624580"/>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89" name="Google Shape;222;p2"/>
            <p:cNvSpPr/>
            <p:nvPr/>
          </p:nvSpPr>
          <p:spPr>
            <a:xfrm rot="10800000">
              <a:off x="4676177" y="506589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90" name="Google Shape;223;p2"/>
            <p:cNvSpPr/>
            <p:nvPr/>
          </p:nvSpPr>
          <p:spPr>
            <a:xfrm rot="10800000">
              <a:off x="4676177" y="467617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91" name="Google Shape;224;p2"/>
            <p:cNvSpPr/>
            <p:nvPr/>
          </p:nvSpPr>
          <p:spPr>
            <a:xfrm rot="10800000">
              <a:off x="4676177" y="2727775"/>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92" name="Google Shape;225;p2"/>
            <p:cNvSpPr/>
            <p:nvPr/>
          </p:nvSpPr>
          <p:spPr>
            <a:xfrm rot="10800000">
              <a:off x="4676177" y="389654"/>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93" name="Google Shape;226;p2"/>
            <p:cNvSpPr/>
            <p:nvPr/>
          </p:nvSpPr>
          <p:spPr>
            <a:xfrm rot="10800000">
              <a:off x="4286522" y="1324922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94" name="Google Shape;227;p2"/>
            <p:cNvSpPr/>
            <p:nvPr/>
          </p:nvSpPr>
          <p:spPr>
            <a:xfrm rot="10800000">
              <a:off x="4286522" y="10131731"/>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95" name="Google Shape;228;p2"/>
            <p:cNvSpPr/>
            <p:nvPr/>
          </p:nvSpPr>
          <p:spPr>
            <a:xfrm rot="10800000">
              <a:off x="4286522" y="9352357"/>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96" name="Google Shape;229;p2"/>
            <p:cNvSpPr/>
            <p:nvPr/>
          </p:nvSpPr>
          <p:spPr>
            <a:xfrm rot="10800000">
              <a:off x="4286522" y="896270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97" name="Google Shape;230;p2"/>
            <p:cNvSpPr/>
            <p:nvPr/>
          </p:nvSpPr>
          <p:spPr>
            <a:xfrm rot="10800000">
              <a:off x="4286522" y="857304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98" name="Google Shape;231;p2"/>
            <p:cNvSpPr/>
            <p:nvPr/>
          </p:nvSpPr>
          <p:spPr>
            <a:xfrm rot="10800000">
              <a:off x="4286522" y="8183328"/>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399" name="Google Shape;232;p2"/>
            <p:cNvSpPr/>
            <p:nvPr/>
          </p:nvSpPr>
          <p:spPr>
            <a:xfrm rot="10800000">
              <a:off x="4286522" y="779367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00" name="Google Shape;233;p2"/>
            <p:cNvSpPr/>
            <p:nvPr/>
          </p:nvSpPr>
          <p:spPr>
            <a:xfrm rot="10800000">
              <a:off x="4286522" y="7403954"/>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01" name="Google Shape;234;p2"/>
            <p:cNvSpPr/>
            <p:nvPr/>
          </p:nvSpPr>
          <p:spPr>
            <a:xfrm rot="10800000">
              <a:off x="4286522" y="7014300"/>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02" name="Google Shape;235;p2"/>
            <p:cNvSpPr/>
            <p:nvPr/>
          </p:nvSpPr>
          <p:spPr>
            <a:xfrm rot="10800000">
              <a:off x="4286522" y="6624580"/>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03" name="Google Shape;236;p2"/>
            <p:cNvSpPr/>
            <p:nvPr/>
          </p:nvSpPr>
          <p:spPr>
            <a:xfrm rot="10800000">
              <a:off x="4286522" y="623492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04" name="Google Shape;237;p2"/>
            <p:cNvSpPr/>
            <p:nvPr/>
          </p:nvSpPr>
          <p:spPr>
            <a:xfrm rot="10800000">
              <a:off x="4286522" y="584527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05" name="Google Shape;238;p2"/>
            <p:cNvSpPr/>
            <p:nvPr/>
          </p:nvSpPr>
          <p:spPr>
            <a:xfrm rot="10800000">
              <a:off x="4286522" y="3896804"/>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06" name="Google Shape;239;p2"/>
            <p:cNvSpPr/>
            <p:nvPr/>
          </p:nvSpPr>
          <p:spPr>
            <a:xfrm rot="10800000">
              <a:off x="4286522" y="3507149"/>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07" name="Google Shape;240;p2"/>
            <p:cNvSpPr/>
            <p:nvPr/>
          </p:nvSpPr>
          <p:spPr>
            <a:xfrm rot="10800000">
              <a:off x="4286522" y="3117430"/>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08" name="Google Shape;241;p2"/>
            <p:cNvSpPr/>
            <p:nvPr/>
          </p:nvSpPr>
          <p:spPr>
            <a:xfrm rot="10800000">
              <a:off x="4286522" y="2727775"/>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09" name="Google Shape;242;p2"/>
            <p:cNvSpPr/>
            <p:nvPr/>
          </p:nvSpPr>
          <p:spPr>
            <a:xfrm rot="10800000">
              <a:off x="4286522" y="233812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10" name="Google Shape;243;p2"/>
            <p:cNvSpPr/>
            <p:nvPr/>
          </p:nvSpPr>
          <p:spPr>
            <a:xfrm rot="10800000">
              <a:off x="4286522" y="155874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11" name="Google Shape;244;p2"/>
            <p:cNvSpPr/>
            <p:nvPr/>
          </p:nvSpPr>
          <p:spPr>
            <a:xfrm rot="10800000">
              <a:off x="4286522" y="1169028"/>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12" name="Google Shape;245;p2"/>
            <p:cNvSpPr/>
            <p:nvPr/>
          </p:nvSpPr>
          <p:spPr>
            <a:xfrm rot="10800000">
              <a:off x="3896803" y="12859506"/>
              <a:ext cx="314314"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13" name="Google Shape;246;p2"/>
            <p:cNvSpPr/>
            <p:nvPr/>
          </p:nvSpPr>
          <p:spPr>
            <a:xfrm rot="10800000">
              <a:off x="3896803" y="10911103"/>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14" name="Google Shape;247;p2"/>
            <p:cNvSpPr/>
            <p:nvPr/>
          </p:nvSpPr>
          <p:spPr>
            <a:xfrm rot="10800000">
              <a:off x="3896803" y="10521450"/>
              <a:ext cx="314314" cy="314249"/>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15" name="Google Shape;248;p2"/>
            <p:cNvSpPr/>
            <p:nvPr/>
          </p:nvSpPr>
          <p:spPr>
            <a:xfrm rot="10800000">
              <a:off x="3896803" y="10131731"/>
              <a:ext cx="314314"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16" name="Google Shape;249;p2"/>
            <p:cNvSpPr/>
            <p:nvPr/>
          </p:nvSpPr>
          <p:spPr>
            <a:xfrm rot="10800000">
              <a:off x="3896803" y="9352357"/>
              <a:ext cx="314314"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17" name="Google Shape;250;p2"/>
            <p:cNvSpPr/>
            <p:nvPr/>
          </p:nvSpPr>
          <p:spPr>
            <a:xfrm rot="10800000">
              <a:off x="3896803" y="8573047"/>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18" name="Google Shape;251;p2"/>
            <p:cNvSpPr/>
            <p:nvPr/>
          </p:nvSpPr>
          <p:spPr>
            <a:xfrm rot="10800000">
              <a:off x="3896803" y="7014300"/>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19" name="Google Shape;252;p2"/>
            <p:cNvSpPr/>
            <p:nvPr/>
          </p:nvSpPr>
          <p:spPr>
            <a:xfrm rot="10800000">
              <a:off x="3896803" y="6234926"/>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20" name="Google Shape;253;p2"/>
            <p:cNvSpPr/>
            <p:nvPr/>
          </p:nvSpPr>
          <p:spPr>
            <a:xfrm rot="10800000">
              <a:off x="3896803" y="5845271"/>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21" name="Google Shape;254;p2"/>
            <p:cNvSpPr/>
            <p:nvPr/>
          </p:nvSpPr>
          <p:spPr>
            <a:xfrm rot="10800000">
              <a:off x="3896803" y="5455551"/>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22" name="Google Shape;255;p2"/>
            <p:cNvSpPr/>
            <p:nvPr/>
          </p:nvSpPr>
          <p:spPr>
            <a:xfrm rot="10800000">
              <a:off x="3896803" y="4676177"/>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23" name="Google Shape;256;p2"/>
            <p:cNvSpPr/>
            <p:nvPr/>
          </p:nvSpPr>
          <p:spPr>
            <a:xfrm rot="10800000">
              <a:off x="3896803" y="4286523"/>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24" name="Google Shape;257;p2"/>
            <p:cNvSpPr/>
            <p:nvPr/>
          </p:nvSpPr>
          <p:spPr>
            <a:xfrm rot="10800000">
              <a:off x="3896803" y="3896804"/>
              <a:ext cx="314314"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25" name="Google Shape;258;p2"/>
            <p:cNvSpPr/>
            <p:nvPr/>
          </p:nvSpPr>
          <p:spPr>
            <a:xfrm rot="10800000">
              <a:off x="3896803" y="3507149"/>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26" name="Google Shape;259;p2"/>
            <p:cNvSpPr/>
            <p:nvPr/>
          </p:nvSpPr>
          <p:spPr>
            <a:xfrm rot="10800000">
              <a:off x="3896803" y="2727775"/>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27" name="Google Shape;260;p2"/>
            <p:cNvSpPr/>
            <p:nvPr/>
          </p:nvSpPr>
          <p:spPr>
            <a:xfrm rot="10800000">
              <a:off x="3896803" y="2338121"/>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28" name="Google Shape;261;p2"/>
            <p:cNvSpPr/>
            <p:nvPr/>
          </p:nvSpPr>
          <p:spPr>
            <a:xfrm rot="10800000">
              <a:off x="3896803" y="1169028"/>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29" name="Google Shape;262;p2"/>
            <p:cNvSpPr/>
            <p:nvPr/>
          </p:nvSpPr>
          <p:spPr>
            <a:xfrm rot="10800000">
              <a:off x="3896803" y="779373"/>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30" name="Google Shape;263;p2"/>
            <p:cNvSpPr/>
            <p:nvPr/>
          </p:nvSpPr>
          <p:spPr>
            <a:xfrm rot="10800000">
              <a:off x="3896803" y="389654"/>
              <a:ext cx="314314"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31" name="Google Shape;264;p2"/>
            <p:cNvSpPr/>
            <p:nvPr/>
          </p:nvSpPr>
          <p:spPr>
            <a:xfrm rot="10800000">
              <a:off x="3507148" y="1324922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32" name="Google Shape;265;p2"/>
            <p:cNvSpPr/>
            <p:nvPr/>
          </p:nvSpPr>
          <p:spPr>
            <a:xfrm rot="10800000">
              <a:off x="3507148" y="12080198"/>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33" name="Google Shape;266;p2"/>
            <p:cNvSpPr/>
            <p:nvPr/>
          </p:nvSpPr>
          <p:spPr>
            <a:xfrm rot="10800000">
              <a:off x="3507148" y="11690479"/>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34" name="Google Shape;267;p2"/>
            <p:cNvSpPr/>
            <p:nvPr/>
          </p:nvSpPr>
          <p:spPr>
            <a:xfrm rot="10800000">
              <a:off x="3507148" y="1091110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35" name="Google Shape;268;p2"/>
            <p:cNvSpPr/>
            <p:nvPr/>
          </p:nvSpPr>
          <p:spPr>
            <a:xfrm rot="10800000">
              <a:off x="3507148" y="10521450"/>
              <a:ext cx="314250" cy="314249"/>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36" name="Google Shape;269;p2"/>
            <p:cNvSpPr/>
            <p:nvPr/>
          </p:nvSpPr>
          <p:spPr>
            <a:xfrm rot="10800000">
              <a:off x="3507148" y="974207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37" name="Google Shape;270;p2"/>
            <p:cNvSpPr/>
            <p:nvPr/>
          </p:nvSpPr>
          <p:spPr>
            <a:xfrm rot="10800000">
              <a:off x="3507148" y="9352357"/>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38" name="Google Shape;271;p2"/>
            <p:cNvSpPr/>
            <p:nvPr/>
          </p:nvSpPr>
          <p:spPr>
            <a:xfrm rot="10800000">
              <a:off x="3507148" y="896270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39" name="Google Shape;272;p2"/>
            <p:cNvSpPr/>
            <p:nvPr/>
          </p:nvSpPr>
          <p:spPr>
            <a:xfrm rot="10800000">
              <a:off x="3507148" y="857304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40" name="Google Shape;273;p2"/>
            <p:cNvSpPr/>
            <p:nvPr/>
          </p:nvSpPr>
          <p:spPr>
            <a:xfrm rot="10800000">
              <a:off x="3507148" y="8183328"/>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41" name="Google Shape;274;p2"/>
            <p:cNvSpPr/>
            <p:nvPr/>
          </p:nvSpPr>
          <p:spPr>
            <a:xfrm rot="10800000">
              <a:off x="3507148" y="779367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42" name="Google Shape;275;p2"/>
            <p:cNvSpPr/>
            <p:nvPr/>
          </p:nvSpPr>
          <p:spPr>
            <a:xfrm rot="10800000">
              <a:off x="3507148" y="7403954"/>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43" name="Google Shape;276;p2"/>
            <p:cNvSpPr/>
            <p:nvPr/>
          </p:nvSpPr>
          <p:spPr>
            <a:xfrm rot="10800000">
              <a:off x="3507148" y="6624580"/>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44" name="Google Shape;277;p2"/>
            <p:cNvSpPr/>
            <p:nvPr/>
          </p:nvSpPr>
          <p:spPr>
            <a:xfrm rot="10800000">
              <a:off x="3507148" y="584527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45" name="Google Shape;278;p2"/>
            <p:cNvSpPr/>
            <p:nvPr/>
          </p:nvSpPr>
          <p:spPr>
            <a:xfrm rot="10800000">
              <a:off x="3507148" y="545555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46" name="Google Shape;279;p2"/>
            <p:cNvSpPr/>
            <p:nvPr/>
          </p:nvSpPr>
          <p:spPr>
            <a:xfrm rot="10800000">
              <a:off x="3507148" y="506589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47" name="Google Shape;280;p2"/>
            <p:cNvSpPr/>
            <p:nvPr/>
          </p:nvSpPr>
          <p:spPr>
            <a:xfrm rot="10800000">
              <a:off x="3507148" y="467617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48" name="Google Shape;281;p2"/>
            <p:cNvSpPr/>
            <p:nvPr/>
          </p:nvSpPr>
          <p:spPr>
            <a:xfrm rot="10800000">
              <a:off x="3507148" y="428652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49" name="Google Shape;282;p2"/>
            <p:cNvSpPr/>
            <p:nvPr/>
          </p:nvSpPr>
          <p:spPr>
            <a:xfrm rot="10800000">
              <a:off x="3507148" y="3507149"/>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50" name="Google Shape;283;p2"/>
            <p:cNvSpPr/>
            <p:nvPr/>
          </p:nvSpPr>
          <p:spPr>
            <a:xfrm rot="10800000">
              <a:off x="3507148" y="3117430"/>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51" name="Google Shape;284;p2"/>
            <p:cNvSpPr/>
            <p:nvPr/>
          </p:nvSpPr>
          <p:spPr>
            <a:xfrm rot="10800000">
              <a:off x="3507148" y="233812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52" name="Google Shape;285;p2"/>
            <p:cNvSpPr/>
            <p:nvPr/>
          </p:nvSpPr>
          <p:spPr>
            <a:xfrm rot="10800000">
              <a:off x="3507148" y="1948402"/>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53" name="Google Shape;286;p2"/>
            <p:cNvSpPr/>
            <p:nvPr/>
          </p:nvSpPr>
          <p:spPr>
            <a:xfrm rot="10800000">
              <a:off x="3507148" y="155874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54" name="Google Shape;287;p2"/>
            <p:cNvSpPr/>
            <p:nvPr/>
          </p:nvSpPr>
          <p:spPr>
            <a:xfrm rot="10800000">
              <a:off x="3507148" y="389654"/>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55" name="Google Shape;288;p2"/>
            <p:cNvSpPr/>
            <p:nvPr/>
          </p:nvSpPr>
          <p:spPr>
            <a:xfrm rot="10800000">
              <a:off x="3507148" y="-2"/>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56" name="Google Shape;289;p2"/>
            <p:cNvSpPr/>
            <p:nvPr/>
          </p:nvSpPr>
          <p:spPr>
            <a:xfrm rot="10800000">
              <a:off x="3117494" y="1246985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57" name="Google Shape;290;p2"/>
            <p:cNvSpPr/>
            <p:nvPr/>
          </p:nvSpPr>
          <p:spPr>
            <a:xfrm rot="10800000">
              <a:off x="3117494" y="12080198"/>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58" name="Google Shape;291;p2"/>
            <p:cNvSpPr/>
            <p:nvPr/>
          </p:nvSpPr>
          <p:spPr>
            <a:xfrm rot="10800000">
              <a:off x="3117494" y="11300824"/>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59" name="Google Shape;292;p2"/>
            <p:cNvSpPr/>
            <p:nvPr/>
          </p:nvSpPr>
          <p:spPr>
            <a:xfrm rot="10800000">
              <a:off x="3117494" y="10521450"/>
              <a:ext cx="314250" cy="314249"/>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60" name="Google Shape;293;p2"/>
            <p:cNvSpPr/>
            <p:nvPr/>
          </p:nvSpPr>
          <p:spPr>
            <a:xfrm rot="10800000">
              <a:off x="3117494" y="10131731"/>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61" name="Google Shape;294;p2"/>
            <p:cNvSpPr/>
            <p:nvPr/>
          </p:nvSpPr>
          <p:spPr>
            <a:xfrm rot="10800000">
              <a:off x="3117494" y="974207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62" name="Google Shape;295;p2"/>
            <p:cNvSpPr/>
            <p:nvPr/>
          </p:nvSpPr>
          <p:spPr>
            <a:xfrm rot="10800000">
              <a:off x="3117494" y="9352357"/>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63" name="Google Shape;296;p2"/>
            <p:cNvSpPr/>
            <p:nvPr/>
          </p:nvSpPr>
          <p:spPr>
            <a:xfrm rot="10800000">
              <a:off x="3117494" y="8183328"/>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64" name="Google Shape;297;p2"/>
            <p:cNvSpPr/>
            <p:nvPr/>
          </p:nvSpPr>
          <p:spPr>
            <a:xfrm rot="10800000">
              <a:off x="3117494" y="779367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65" name="Google Shape;298;p2"/>
            <p:cNvSpPr/>
            <p:nvPr/>
          </p:nvSpPr>
          <p:spPr>
            <a:xfrm rot="10800000">
              <a:off x="3117494" y="7403954"/>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66" name="Google Shape;299;p2"/>
            <p:cNvSpPr/>
            <p:nvPr/>
          </p:nvSpPr>
          <p:spPr>
            <a:xfrm rot="10800000">
              <a:off x="3117494" y="7014300"/>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67" name="Google Shape;300;p2"/>
            <p:cNvSpPr/>
            <p:nvPr/>
          </p:nvSpPr>
          <p:spPr>
            <a:xfrm rot="10800000">
              <a:off x="3117494" y="6624580"/>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68" name="Google Shape;301;p2"/>
            <p:cNvSpPr/>
            <p:nvPr/>
          </p:nvSpPr>
          <p:spPr>
            <a:xfrm rot="10800000">
              <a:off x="3117494" y="623492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69" name="Google Shape;302;p2"/>
            <p:cNvSpPr/>
            <p:nvPr/>
          </p:nvSpPr>
          <p:spPr>
            <a:xfrm rot="10800000">
              <a:off x="3117494" y="584527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70" name="Google Shape;303;p2"/>
            <p:cNvSpPr/>
            <p:nvPr/>
          </p:nvSpPr>
          <p:spPr>
            <a:xfrm rot="10800000">
              <a:off x="3117494" y="545555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71" name="Google Shape;304;p2"/>
            <p:cNvSpPr/>
            <p:nvPr/>
          </p:nvSpPr>
          <p:spPr>
            <a:xfrm rot="10800000">
              <a:off x="3117494" y="506589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72" name="Google Shape;305;p2"/>
            <p:cNvSpPr/>
            <p:nvPr/>
          </p:nvSpPr>
          <p:spPr>
            <a:xfrm rot="10800000">
              <a:off x="3117494" y="467617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73" name="Google Shape;306;p2"/>
            <p:cNvSpPr/>
            <p:nvPr/>
          </p:nvSpPr>
          <p:spPr>
            <a:xfrm rot="10800000">
              <a:off x="3117494" y="3896804"/>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74" name="Google Shape;307;p2"/>
            <p:cNvSpPr/>
            <p:nvPr/>
          </p:nvSpPr>
          <p:spPr>
            <a:xfrm rot="10800000">
              <a:off x="3117494" y="3117430"/>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75" name="Google Shape;308;p2"/>
            <p:cNvSpPr/>
            <p:nvPr/>
          </p:nvSpPr>
          <p:spPr>
            <a:xfrm rot="10800000">
              <a:off x="3117494" y="2727775"/>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76" name="Google Shape;309;p2"/>
            <p:cNvSpPr/>
            <p:nvPr/>
          </p:nvSpPr>
          <p:spPr>
            <a:xfrm rot="10800000">
              <a:off x="3117494" y="233812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77" name="Google Shape;310;p2"/>
            <p:cNvSpPr/>
            <p:nvPr/>
          </p:nvSpPr>
          <p:spPr>
            <a:xfrm rot="10800000">
              <a:off x="3117494" y="1948402"/>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78" name="Google Shape;311;p2"/>
            <p:cNvSpPr/>
            <p:nvPr/>
          </p:nvSpPr>
          <p:spPr>
            <a:xfrm rot="10800000">
              <a:off x="3117494" y="1169028"/>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79" name="Google Shape;312;p2"/>
            <p:cNvSpPr/>
            <p:nvPr/>
          </p:nvSpPr>
          <p:spPr>
            <a:xfrm rot="10800000">
              <a:off x="3117494" y="77937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80" name="Google Shape;313;p2"/>
            <p:cNvSpPr/>
            <p:nvPr/>
          </p:nvSpPr>
          <p:spPr>
            <a:xfrm rot="10800000">
              <a:off x="3117494" y="389654"/>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81" name="Google Shape;314;p2"/>
            <p:cNvSpPr/>
            <p:nvPr/>
          </p:nvSpPr>
          <p:spPr>
            <a:xfrm rot="10800000">
              <a:off x="3117494" y="-2"/>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82" name="Google Shape;315;p2"/>
            <p:cNvSpPr/>
            <p:nvPr/>
          </p:nvSpPr>
          <p:spPr>
            <a:xfrm rot="10800000">
              <a:off x="2727775" y="12859506"/>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83" name="Google Shape;316;p2"/>
            <p:cNvSpPr/>
            <p:nvPr/>
          </p:nvSpPr>
          <p:spPr>
            <a:xfrm rot="10800000">
              <a:off x="2727775" y="12080198"/>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84" name="Google Shape;317;p2"/>
            <p:cNvSpPr/>
            <p:nvPr/>
          </p:nvSpPr>
          <p:spPr>
            <a:xfrm rot="10800000">
              <a:off x="2727775" y="11690479"/>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85" name="Google Shape;318;p2"/>
            <p:cNvSpPr/>
            <p:nvPr/>
          </p:nvSpPr>
          <p:spPr>
            <a:xfrm rot="10800000">
              <a:off x="2727775" y="11300824"/>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86" name="Google Shape;319;p2"/>
            <p:cNvSpPr/>
            <p:nvPr/>
          </p:nvSpPr>
          <p:spPr>
            <a:xfrm rot="10800000">
              <a:off x="2727775" y="1091110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87" name="Google Shape;320;p2"/>
            <p:cNvSpPr/>
            <p:nvPr/>
          </p:nvSpPr>
          <p:spPr>
            <a:xfrm rot="10800000">
              <a:off x="2727775" y="10131731"/>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88" name="Google Shape;321;p2"/>
            <p:cNvSpPr/>
            <p:nvPr/>
          </p:nvSpPr>
          <p:spPr>
            <a:xfrm rot="10800000">
              <a:off x="2727775" y="9352357"/>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89" name="Google Shape;322;p2"/>
            <p:cNvSpPr/>
            <p:nvPr/>
          </p:nvSpPr>
          <p:spPr>
            <a:xfrm rot="10800000">
              <a:off x="2727775" y="896270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90" name="Google Shape;323;p2"/>
            <p:cNvSpPr/>
            <p:nvPr/>
          </p:nvSpPr>
          <p:spPr>
            <a:xfrm rot="10800000">
              <a:off x="2727775" y="857304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91" name="Google Shape;324;p2"/>
            <p:cNvSpPr/>
            <p:nvPr/>
          </p:nvSpPr>
          <p:spPr>
            <a:xfrm rot="10800000">
              <a:off x="2727775" y="779367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92" name="Google Shape;325;p2"/>
            <p:cNvSpPr/>
            <p:nvPr/>
          </p:nvSpPr>
          <p:spPr>
            <a:xfrm rot="10800000">
              <a:off x="2727775" y="7403954"/>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93" name="Google Shape;326;p2"/>
            <p:cNvSpPr/>
            <p:nvPr/>
          </p:nvSpPr>
          <p:spPr>
            <a:xfrm rot="10800000">
              <a:off x="2727775" y="7014300"/>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94" name="Google Shape;327;p2"/>
            <p:cNvSpPr/>
            <p:nvPr/>
          </p:nvSpPr>
          <p:spPr>
            <a:xfrm rot="10800000">
              <a:off x="2727775" y="6624580"/>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95" name="Google Shape;328;p2"/>
            <p:cNvSpPr/>
            <p:nvPr/>
          </p:nvSpPr>
          <p:spPr>
            <a:xfrm rot="10800000">
              <a:off x="2727775" y="623492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96" name="Google Shape;329;p2"/>
            <p:cNvSpPr/>
            <p:nvPr/>
          </p:nvSpPr>
          <p:spPr>
            <a:xfrm rot="10800000">
              <a:off x="2727775" y="584527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97" name="Google Shape;330;p2"/>
            <p:cNvSpPr/>
            <p:nvPr/>
          </p:nvSpPr>
          <p:spPr>
            <a:xfrm rot="10800000">
              <a:off x="2727775" y="545555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98" name="Google Shape;331;p2"/>
            <p:cNvSpPr/>
            <p:nvPr/>
          </p:nvSpPr>
          <p:spPr>
            <a:xfrm rot="10800000">
              <a:off x="2727775" y="467617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499" name="Google Shape;332;p2"/>
            <p:cNvSpPr/>
            <p:nvPr/>
          </p:nvSpPr>
          <p:spPr>
            <a:xfrm rot="10800000">
              <a:off x="2727775" y="3896804"/>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00" name="Google Shape;333;p2"/>
            <p:cNvSpPr/>
            <p:nvPr/>
          </p:nvSpPr>
          <p:spPr>
            <a:xfrm rot="10800000">
              <a:off x="2727775" y="3507149"/>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01" name="Google Shape;334;p2"/>
            <p:cNvSpPr/>
            <p:nvPr/>
          </p:nvSpPr>
          <p:spPr>
            <a:xfrm rot="10800000">
              <a:off x="2727775" y="3117430"/>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02" name="Google Shape;335;p2"/>
            <p:cNvSpPr/>
            <p:nvPr/>
          </p:nvSpPr>
          <p:spPr>
            <a:xfrm rot="10800000">
              <a:off x="2727775" y="2727775"/>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03" name="Google Shape;336;p2"/>
            <p:cNvSpPr/>
            <p:nvPr/>
          </p:nvSpPr>
          <p:spPr>
            <a:xfrm rot="10800000">
              <a:off x="2727775" y="1948402"/>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04" name="Google Shape;337;p2"/>
            <p:cNvSpPr/>
            <p:nvPr/>
          </p:nvSpPr>
          <p:spPr>
            <a:xfrm rot="10800000">
              <a:off x="2727775" y="155874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05" name="Google Shape;338;p2"/>
            <p:cNvSpPr/>
            <p:nvPr/>
          </p:nvSpPr>
          <p:spPr>
            <a:xfrm rot="10800000">
              <a:off x="2727775" y="77937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06" name="Google Shape;339;p2"/>
            <p:cNvSpPr/>
            <p:nvPr/>
          </p:nvSpPr>
          <p:spPr>
            <a:xfrm rot="10800000">
              <a:off x="2727775" y="-2"/>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07" name="Google Shape;340;p2"/>
            <p:cNvSpPr/>
            <p:nvPr/>
          </p:nvSpPr>
          <p:spPr>
            <a:xfrm rot="10800000">
              <a:off x="2338120" y="1246985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08" name="Google Shape;341;p2"/>
            <p:cNvSpPr/>
            <p:nvPr/>
          </p:nvSpPr>
          <p:spPr>
            <a:xfrm rot="10800000">
              <a:off x="2338120" y="11300824"/>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09" name="Google Shape;342;p2"/>
            <p:cNvSpPr/>
            <p:nvPr/>
          </p:nvSpPr>
          <p:spPr>
            <a:xfrm rot="10800000">
              <a:off x="2338120" y="1091110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10" name="Google Shape;343;p2"/>
            <p:cNvSpPr/>
            <p:nvPr/>
          </p:nvSpPr>
          <p:spPr>
            <a:xfrm rot="10800000">
              <a:off x="2338120" y="10521450"/>
              <a:ext cx="314250" cy="314249"/>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11" name="Google Shape;344;p2"/>
            <p:cNvSpPr/>
            <p:nvPr/>
          </p:nvSpPr>
          <p:spPr>
            <a:xfrm rot="10800000">
              <a:off x="2338120" y="974207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12" name="Google Shape;345;p2"/>
            <p:cNvSpPr/>
            <p:nvPr/>
          </p:nvSpPr>
          <p:spPr>
            <a:xfrm rot="10800000">
              <a:off x="2338120" y="896270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13" name="Google Shape;346;p2"/>
            <p:cNvSpPr/>
            <p:nvPr/>
          </p:nvSpPr>
          <p:spPr>
            <a:xfrm rot="10800000">
              <a:off x="2338120" y="857304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14" name="Google Shape;347;p2"/>
            <p:cNvSpPr/>
            <p:nvPr/>
          </p:nvSpPr>
          <p:spPr>
            <a:xfrm rot="10800000">
              <a:off x="2338120" y="8183328"/>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15" name="Google Shape;348;p2"/>
            <p:cNvSpPr/>
            <p:nvPr/>
          </p:nvSpPr>
          <p:spPr>
            <a:xfrm rot="10800000">
              <a:off x="2338120" y="7403954"/>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16" name="Google Shape;349;p2"/>
            <p:cNvSpPr/>
            <p:nvPr/>
          </p:nvSpPr>
          <p:spPr>
            <a:xfrm rot="10800000">
              <a:off x="2338120" y="6624580"/>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17" name="Google Shape;350;p2"/>
            <p:cNvSpPr/>
            <p:nvPr/>
          </p:nvSpPr>
          <p:spPr>
            <a:xfrm rot="10800000">
              <a:off x="2338120" y="584527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18" name="Google Shape;351;p2"/>
            <p:cNvSpPr/>
            <p:nvPr/>
          </p:nvSpPr>
          <p:spPr>
            <a:xfrm rot="10800000">
              <a:off x="2338120" y="506589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19" name="Google Shape;352;p2"/>
            <p:cNvSpPr/>
            <p:nvPr/>
          </p:nvSpPr>
          <p:spPr>
            <a:xfrm rot="10800000">
              <a:off x="2338120" y="467617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20" name="Google Shape;353;p2"/>
            <p:cNvSpPr/>
            <p:nvPr/>
          </p:nvSpPr>
          <p:spPr>
            <a:xfrm rot="10800000">
              <a:off x="2338120" y="3507149"/>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21" name="Google Shape;354;p2"/>
            <p:cNvSpPr/>
            <p:nvPr/>
          </p:nvSpPr>
          <p:spPr>
            <a:xfrm rot="10800000">
              <a:off x="2338120" y="3117430"/>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22" name="Google Shape;355;p2"/>
            <p:cNvSpPr/>
            <p:nvPr/>
          </p:nvSpPr>
          <p:spPr>
            <a:xfrm rot="10800000">
              <a:off x="2338120" y="2727775"/>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23" name="Google Shape;356;p2"/>
            <p:cNvSpPr/>
            <p:nvPr/>
          </p:nvSpPr>
          <p:spPr>
            <a:xfrm rot="10800000">
              <a:off x="2338120" y="233812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24" name="Google Shape;357;p2"/>
            <p:cNvSpPr/>
            <p:nvPr/>
          </p:nvSpPr>
          <p:spPr>
            <a:xfrm rot="10800000">
              <a:off x="2338120" y="1948402"/>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25" name="Google Shape;358;p2"/>
            <p:cNvSpPr/>
            <p:nvPr/>
          </p:nvSpPr>
          <p:spPr>
            <a:xfrm rot="10800000">
              <a:off x="2338120" y="1169028"/>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26" name="Google Shape;359;p2"/>
            <p:cNvSpPr/>
            <p:nvPr/>
          </p:nvSpPr>
          <p:spPr>
            <a:xfrm rot="10800000">
              <a:off x="2338120" y="77937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27" name="Google Shape;360;p2"/>
            <p:cNvSpPr/>
            <p:nvPr/>
          </p:nvSpPr>
          <p:spPr>
            <a:xfrm rot="10800000">
              <a:off x="1948401" y="1324922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28" name="Google Shape;361;p2"/>
            <p:cNvSpPr/>
            <p:nvPr/>
          </p:nvSpPr>
          <p:spPr>
            <a:xfrm rot="10800000">
              <a:off x="1948401" y="12080198"/>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29" name="Google Shape;362;p2"/>
            <p:cNvSpPr/>
            <p:nvPr/>
          </p:nvSpPr>
          <p:spPr>
            <a:xfrm rot="10800000">
              <a:off x="1948401" y="11300824"/>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30" name="Google Shape;363;p2"/>
            <p:cNvSpPr/>
            <p:nvPr/>
          </p:nvSpPr>
          <p:spPr>
            <a:xfrm rot="10800000">
              <a:off x="1948401" y="10131731"/>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31" name="Google Shape;364;p2"/>
            <p:cNvSpPr/>
            <p:nvPr/>
          </p:nvSpPr>
          <p:spPr>
            <a:xfrm rot="10800000">
              <a:off x="1948401" y="974207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32" name="Google Shape;365;p2"/>
            <p:cNvSpPr/>
            <p:nvPr/>
          </p:nvSpPr>
          <p:spPr>
            <a:xfrm rot="10800000">
              <a:off x="1948401" y="8183328"/>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33" name="Google Shape;366;p2"/>
            <p:cNvSpPr/>
            <p:nvPr/>
          </p:nvSpPr>
          <p:spPr>
            <a:xfrm rot="10800000">
              <a:off x="1948401" y="779367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34" name="Google Shape;367;p2"/>
            <p:cNvSpPr/>
            <p:nvPr/>
          </p:nvSpPr>
          <p:spPr>
            <a:xfrm rot="10800000">
              <a:off x="1948401" y="7014300"/>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35" name="Google Shape;368;p2"/>
            <p:cNvSpPr/>
            <p:nvPr/>
          </p:nvSpPr>
          <p:spPr>
            <a:xfrm rot="10800000">
              <a:off x="1948401" y="6624580"/>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36" name="Google Shape;369;p2"/>
            <p:cNvSpPr/>
            <p:nvPr/>
          </p:nvSpPr>
          <p:spPr>
            <a:xfrm rot="10800000">
              <a:off x="1948401" y="623492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37" name="Google Shape;370;p2"/>
            <p:cNvSpPr/>
            <p:nvPr/>
          </p:nvSpPr>
          <p:spPr>
            <a:xfrm rot="10800000">
              <a:off x="1948401" y="584527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38" name="Google Shape;371;p2"/>
            <p:cNvSpPr/>
            <p:nvPr/>
          </p:nvSpPr>
          <p:spPr>
            <a:xfrm rot="10800000">
              <a:off x="1948401" y="467617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39" name="Google Shape;372;p2"/>
            <p:cNvSpPr/>
            <p:nvPr/>
          </p:nvSpPr>
          <p:spPr>
            <a:xfrm rot="10800000">
              <a:off x="1948401" y="428652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40" name="Google Shape;373;p2"/>
            <p:cNvSpPr/>
            <p:nvPr/>
          </p:nvSpPr>
          <p:spPr>
            <a:xfrm rot="10800000">
              <a:off x="1948401" y="3896804"/>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41" name="Google Shape;374;p2"/>
            <p:cNvSpPr/>
            <p:nvPr/>
          </p:nvSpPr>
          <p:spPr>
            <a:xfrm rot="10800000">
              <a:off x="1948401" y="3117430"/>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42" name="Google Shape;375;p2"/>
            <p:cNvSpPr/>
            <p:nvPr/>
          </p:nvSpPr>
          <p:spPr>
            <a:xfrm rot="10800000">
              <a:off x="1948401" y="1169028"/>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43" name="Google Shape;376;p2"/>
            <p:cNvSpPr/>
            <p:nvPr/>
          </p:nvSpPr>
          <p:spPr>
            <a:xfrm rot="10800000">
              <a:off x="1948401" y="389654"/>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44" name="Google Shape;377;p2"/>
            <p:cNvSpPr/>
            <p:nvPr/>
          </p:nvSpPr>
          <p:spPr>
            <a:xfrm rot="10800000">
              <a:off x="1948401" y="-2"/>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45" name="Google Shape;378;p2"/>
            <p:cNvSpPr/>
            <p:nvPr/>
          </p:nvSpPr>
          <p:spPr>
            <a:xfrm rot="10800000">
              <a:off x="1558747" y="12859506"/>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46" name="Google Shape;379;p2"/>
            <p:cNvSpPr/>
            <p:nvPr/>
          </p:nvSpPr>
          <p:spPr>
            <a:xfrm rot="10800000">
              <a:off x="1558747" y="1246985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47" name="Google Shape;380;p2"/>
            <p:cNvSpPr/>
            <p:nvPr/>
          </p:nvSpPr>
          <p:spPr>
            <a:xfrm rot="10800000">
              <a:off x="1558747" y="11300824"/>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48" name="Google Shape;381;p2"/>
            <p:cNvSpPr/>
            <p:nvPr/>
          </p:nvSpPr>
          <p:spPr>
            <a:xfrm rot="10800000">
              <a:off x="1558747" y="10521450"/>
              <a:ext cx="314250" cy="314249"/>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49" name="Google Shape;382;p2"/>
            <p:cNvSpPr/>
            <p:nvPr/>
          </p:nvSpPr>
          <p:spPr>
            <a:xfrm rot="10800000">
              <a:off x="1558747" y="974207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50" name="Google Shape;383;p2"/>
            <p:cNvSpPr/>
            <p:nvPr/>
          </p:nvSpPr>
          <p:spPr>
            <a:xfrm rot="10800000">
              <a:off x="1558747" y="857304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51" name="Google Shape;384;p2"/>
            <p:cNvSpPr/>
            <p:nvPr/>
          </p:nvSpPr>
          <p:spPr>
            <a:xfrm rot="10800000">
              <a:off x="1558747" y="779367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52" name="Google Shape;385;p2"/>
            <p:cNvSpPr/>
            <p:nvPr/>
          </p:nvSpPr>
          <p:spPr>
            <a:xfrm rot="10800000">
              <a:off x="1558747" y="6624580"/>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53" name="Google Shape;386;p2"/>
            <p:cNvSpPr/>
            <p:nvPr/>
          </p:nvSpPr>
          <p:spPr>
            <a:xfrm rot="10800000">
              <a:off x="1558747" y="584527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54" name="Google Shape;387;p2"/>
            <p:cNvSpPr/>
            <p:nvPr/>
          </p:nvSpPr>
          <p:spPr>
            <a:xfrm rot="10800000">
              <a:off x="1558747" y="545555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55" name="Google Shape;388;p2"/>
            <p:cNvSpPr/>
            <p:nvPr/>
          </p:nvSpPr>
          <p:spPr>
            <a:xfrm rot="10800000">
              <a:off x="1558747" y="467617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56" name="Google Shape;389;p2"/>
            <p:cNvSpPr/>
            <p:nvPr/>
          </p:nvSpPr>
          <p:spPr>
            <a:xfrm rot="10800000">
              <a:off x="1558747" y="428652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57" name="Google Shape;390;p2"/>
            <p:cNvSpPr/>
            <p:nvPr/>
          </p:nvSpPr>
          <p:spPr>
            <a:xfrm rot="10800000">
              <a:off x="1558747" y="3896804"/>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58" name="Google Shape;391;p2"/>
            <p:cNvSpPr/>
            <p:nvPr/>
          </p:nvSpPr>
          <p:spPr>
            <a:xfrm rot="10800000">
              <a:off x="1558747" y="3117430"/>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59" name="Google Shape;392;p2"/>
            <p:cNvSpPr/>
            <p:nvPr/>
          </p:nvSpPr>
          <p:spPr>
            <a:xfrm rot="10800000">
              <a:off x="1558747" y="2727775"/>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60" name="Google Shape;393;p2"/>
            <p:cNvSpPr/>
            <p:nvPr/>
          </p:nvSpPr>
          <p:spPr>
            <a:xfrm rot="10800000">
              <a:off x="1558747" y="155874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61" name="Google Shape;394;p2"/>
            <p:cNvSpPr/>
            <p:nvPr/>
          </p:nvSpPr>
          <p:spPr>
            <a:xfrm rot="10800000">
              <a:off x="1558747" y="77937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62" name="Google Shape;395;p2"/>
            <p:cNvSpPr/>
            <p:nvPr/>
          </p:nvSpPr>
          <p:spPr>
            <a:xfrm rot="10800000">
              <a:off x="1558747" y="389654"/>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63" name="Google Shape;396;p2"/>
            <p:cNvSpPr/>
            <p:nvPr/>
          </p:nvSpPr>
          <p:spPr>
            <a:xfrm rot="10800000">
              <a:off x="1169028" y="13249226"/>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64" name="Google Shape;397;p2"/>
            <p:cNvSpPr/>
            <p:nvPr/>
          </p:nvSpPr>
          <p:spPr>
            <a:xfrm rot="10800000">
              <a:off x="1169028" y="12080198"/>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65" name="Google Shape;398;p2"/>
            <p:cNvSpPr/>
            <p:nvPr/>
          </p:nvSpPr>
          <p:spPr>
            <a:xfrm rot="10800000">
              <a:off x="1169028" y="10911103"/>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66" name="Google Shape;399;p2"/>
            <p:cNvSpPr/>
            <p:nvPr/>
          </p:nvSpPr>
          <p:spPr>
            <a:xfrm rot="10800000">
              <a:off x="1169028" y="9352357"/>
              <a:ext cx="314314"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67" name="Google Shape;400;p2"/>
            <p:cNvSpPr/>
            <p:nvPr/>
          </p:nvSpPr>
          <p:spPr>
            <a:xfrm rot="10800000">
              <a:off x="1169028" y="7793673"/>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68" name="Google Shape;401;p2"/>
            <p:cNvSpPr/>
            <p:nvPr/>
          </p:nvSpPr>
          <p:spPr>
            <a:xfrm rot="10800000">
              <a:off x="1169028" y="5845271"/>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69" name="Google Shape;402;p2"/>
            <p:cNvSpPr/>
            <p:nvPr/>
          </p:nvSpPr>
          <p:spPr>
            <a:xfrm rot="10800000">
              <a:off x="1169028" y="2727775"/>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70" name="Google Shape;403;p2"/>
            <p:cNvSpPr/>
            <p:nvPr/>
          </p:nvSpPr>
          <p:spPr>
            <a:xfrm rot="10800000">
              <a:off x="1169028" y="2338121"/>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71" name="Google Shape;404;p2"/>
            <p:cNvSpPr/>
            <p:nvPr/>
          </p:nvSpPr>
          <p:spPr>
            <a:xfrm rot="10800000">
              <a:off x="1169028" y="-2"/>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72" name="Google Shape;405;p2"/>
            <p:cNvSpPr/>
            <p:nvPr/>
          </p:nvSpPr>
          <p:spPr>
            <a:xfrm rot="10800000">
              <a:off x="779373" y="12859506"/>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73" name="Google Shape;406;p2"/>
            <p:cNvSpPr/>
            <p:nvPr/>
          </p:nvSpPr>
          <p:spPr>
            <a:xfrm rot="10800000">
              <a:off x="779373" y="10521450"/>
              <a:ext cx="314250" cy="314249"/>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74" name="Google Shape;407;p2"/>
            <p:cNvSpPr/>
            <p:nvPr/>
          </p:nvSpPr>
          <p:spPr>
            <a:xfrm rot="10800000">
              <a:off x="779373" y="857304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75" name="Google Shape;408;p2"/>
            <p:cNvSpPr/>
            <p:nvPr/>
          </p:nvSpPr>
          <p:spPr>
            <a:xfrm rot="10800000">
              <a:off x="779373" y="6624580"/>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76" name="Google Shape;409;p2"/>
            <p:cNvSpPr/>
            <p:nvPr/>
          </p:nvSpPr>
          <p:spPr>
            <a:xfrm rot="10800000">
              <a:off x="779373" y="428652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77" name="Google Shape;410;p2"/>
            <p:cNvSpPr/>
            <p:nvPr/>
          </p:nvSpPr>
          <p:spPr>
            <a:xfrm rot="10800000">
              <a:off x="779373" y="233812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78" name="Google Shape;411;p2"/>
            <p:cNvSpPr/>
            <p:nvPr/>
          </p:nvSpPr>
          <p:spPr>
            <a:xfrm rot="10800000">
              <a:off x="779373" y="1948402"/>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79" name="Google Shape;412;p2"/>
            <p:cNvSpPr/>
            <p:nvPr/>
          </p:nvSpPr>
          <p:spPr>
            <a:xfrm rot="10800000">
              <a:off x="779373" y="389654"/>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80" name="Google Shape;413;p2"/>
            <p:cNvSpPr/>
            <p:nvPr/>
          </p:nvSpPr>
          <p:spPr>
            <a:xfrm rot="10800000">
              <a:off x="389719" y="1324922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81" name="Google Shape;414;p2"/>
            <p:cNvSpPr/>
            <p:nvPr/>
          </p:nvSpPr>
          <p:spPr>
            <a:xfrm rot="10800000">
              <a:off x="389719" y="10521450"/>
              <a:ext cx="314250" cy="314249"/>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82" name="Google Shape;415;p2"/>
            <p:cNvSpPr/>
            <p:nvPr/>
          </p:nvSpPr>
          <p:spPr>
            <a:xfrm rot="10800000">
              <a:off x="389719" y="545555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83" name="Google Shape;416;p2"/>
            <p:cNvSpPr/>
            <p:nvPr/>
          </p:nvSpPr>
          <p:spPr>
            <a:xfrm rot="10800000">
              <a:off x="389719" y="3896804"/>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84" name="Google Shape;417;p2"/>
            <p:cNvSpPr/>
            <p:nvPr/>
          </p:nvSpPr>
          <p:spPr>
            <a:xfrm rot="10800000">
              <a:off x="389719" y="233812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85" name="Google Shape;418;p2"/>
            <p:cNvSpPr/>
            <p:nvPr/>
          </p:nvSpPr>
          <p:spPr>
            <a:xfrm rot="10800000">
              <a:off x="389719" y="389654"/>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86" name="Google Shape;419;p2"/>
            <p:cNvSpPr/>
            <p:nvPr/>
          </p:nvSpPr>
          <p:spPr>
            <a:xfrm rot="10800000">
              <a:off x="-1" y="12080198"/>
              <a:ext cx="314249"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87" name="Google Shape;420;p2"/>
            <p:cNvSpPr/>
            <p:nvPr/>
          </p:nvSpPr>
          <p:spPr>
            <a:xfrm rot="10800000">
              <a:off x="-1" y="9742076"/>
              <a:ext cx="314249"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88" name="Google Shape;421;p2"/>
            <p:cNvSpPr/>
            <p:nvPr/>
          </p:nvSpPr>
          <p:spPr>
            <a:xfrm rot="10800000">
              <a:off x="-1" y="7014300"/>
              <a:ext cx="314249"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grpSp>
      <p:grpSp>
        <p:nvGrpSpPr>
          <p:cNvPr id="693" name="Google Shape;422;p2"/>
          <p:cNvGrpSpPr/>
          <p:nvPr/>
        </p:nvGrpSpPr>
        <p:grpSpPr>
          <a:xfrm>
            <a:off x="16979449" y="76525"/>
            <a:ext cx="6159525" cy="13563479"/>
            <a:chOff x="-1" y="-1"/>
            <a:chExt cx="6159524" cy="13563477"/>
          </a:xfrm>
        </p:grpSpPr>
        <p:sp>
          <p:nvSpPr>
            <p:cNvPr id="590" name="Google Shape;423;p2"/>
            <p:cNvSpPr/>
            <p:nvPr/>
          </p:nvSpPr>
          <p:spPr>
            <a:xfrm rot="10800000">
              <a:off x="5845274" y="12859506"/>
              <a:ext cx="314250" cy="314315"/>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91" name="Google Shape;424;p2"/>
            <p:cNvSpPr/>
            <p:nvPr/>
          </p:nvSpPr>
          <p:spPr>
            <a:xfrm rot="10800000">
              <a:off x="5845274" y="1208019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92" name="Google Shape;425;p2"/>
            <p:cNvSpPr/>
            <p:nvPr/>
          </p:nvSpPr>
          <p:spPr>
            <a:xfrm rot="10800000">
              <a:off x="5845274" y="11690479"/>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93" name="Google Shape;426;p2"/>
            <p:cNvSpPr/>
            <p:nvPr/>
          </p:nvSpPr>
          <p:spPr>
            <a:xfrm rot="10800000">
              <a:off x="5845274" y="10521450"/>
              <a:ext cx="314250" cy="314249"/>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94" name="Google Shape;427;p2"/>
            <p:cNvSpPr/>
            <p:nvPr/>
          </p:nvSpPr>
          <p:spPr>
            <a:xfrm rot="10800000">
              <a:off x="5845274" y="9352357"/>
              <a:ext cx="314250" cy="314315"/>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95" name="Google Shape;428;p2"/>
            <p:cNvSpPr/>
            <p:nvPr/>
          </p:nvSpPr>
          <p:spPr>
            <a:xfrm rot="10800000">
              <a:off x="5845274" y="896270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96" name="Google Shape;429;p2"/>
            <p:cNvSpPr/>
            <p:nvPr/>
          </p:nvSpPr>
          <p:spPr>
            <a:xfrm rot="10800000">
              <a:off x="5845274" y="857304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97" name="Google Shape;430;p2"/>
            <p:cNvSpPr/>
            <p:nvPr/>
          </p:nvSpPr>
          <p:spPr>
            <a:xfrm rot="10800000">
              <a:off x="5845274" y="7403954"/>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98" name="Google Shape;431;p2"/>
            <p:cNvSpPr/>
            <p:nvPr/>
          </p:nvSpPr>
          <p:spPr>
            <a:xfrm rot="10800000">
              <a:off x="5845274" y="6234926"/>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599" name="Google Shape;432;p2"/>
            <p:cNvSpPr/>
            <p:nvPr/>
          </p:nvSpPr>
          <p:spPr>
            <a:xfrm rot="10800000">
              <a:off x="5845274" y="428652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00" name="Google Shape;433;p2"/>
            <p:cNvSpPr/>
            <p:nvPr/>
          </p:nvSpPr>
          <p:spPr>
            <a:xfrm rot="10800000">
              <a:off x="5845274" y="3896804"/>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01" name="Google Shape;434;p2"/>
            <p:cNvSpPr/>
            <p:nvPr/>
          </p:nvSpPr>
          <p:spPr>
            <a:xfrm rot="10800000">
              <a:off x="5845274" y="233812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02" name="Google Shape;435;p2"/>
            <p:cNvSpPr/>
            <p:nvPr/>
          </p:nvSpPr>
          <p:spPr>
            <a:xfrm rot="10800000">
              <a:off x="5845274" y="155874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03" name="Google Shape;436;p2"/>
            <p:cNvSpPr/>
            <p:nvPr/>
          </p:nvSpPr>
          <p:spPr>
            <a:xfrm rot="10800000">
              <a:off x="5845274" y="77937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04" name="Google Shape;437;p2"/>
            <p:cNvSpPr/>
            <p:nvPr/>
          </p:nvSpPr>
          <p:spPr>
            <a:xfrm rot="10800000">
              <a:off x="5845274" y="389654"/>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05" name="Google Shape;438;p2"/>
            <p:cNvSpPr/>
            <p:nvPr/>
          </p:nvSpPr>
          <p:spPr>
            <a:xfrm rot="10800000">
              <a:off x="5455554" y="12859506"/>
              <a:ext cx="314250" cy="314315"/>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06" name="Google Shape;439;p2"/>
            <p:cNvSpPr/>
            <p:nvPr/>
          </p:nvSpPr>
          <p:spPr>
            <a:xfrm rot="10800000">
              <a:off x="5455554" y="779367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07" name="Google Shape;440;p2"/>
            <p:cNvSpPr/>
            <p:nvPr/>
          </p:nvSpPr>
          <p:spPr>
            <a:xfrm rot="10800000">
              <a:off x="5455554" y="6624580"/>
              <a:ext cx="314250" cy="314315"/>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08" name="Google Shape;441;p2"/>
            <p:cNvSpPr/>
            <p:nvPr/>
          </p:nvSpPr>
          <p:spPr>
            <a:xfrm rot="10800000">
              <a:off x="5455554" y="3117430"/>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09" name="Google Shape;442;p2"/>
            <p:cNvSpPr/>
            <p:nvPr/>
          </p:nvSpPr>
          <p:spPr>
            <a:xfrm rot="10800000">
              <a:off x="5065900" y="12859506"/>
              <a:ext cx="314250" cy="314315"/>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10" name="Google Shape;443;p2"/>
            <p:cNvSpPr/>
            <p:nvPr/>
          </p:nvSpPr>
          <p:spPr>
            <a:xfrm rot="10800000">
              <a:off x="5065900" y="1246985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11" name="Google Shape;444;p2"/>
            <p:cNvSpPr/>
            <p:nvPr/>
          </p:nvSpPr>
          <p:spPr>
            <a:xfrm rot="10800000">
              <a:off x="5065900" y="1208019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12" name="Google Shape;445;p2"/>
            <p:cNvSpPr/>
            <p:nvPr/>
          </p:nvSpPr>
          <p:spPr>
            <a:xfrm rot="10800000">
              <a:off x="5065900" y="1091110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13" name="Google Shape;446;p2"/>
            <p:cNvSpPr/>
            <p:nvPr/>
          </p:nvSpPr>
          <p:spPr>
            <a:xfrm rot="10800000">
              <a:off x="5065900" y="896270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14" name="Google Shape;447;p2"/>
            <p:cNvSpPr/>
            <p:nvPr/>
          </p:nvSpPr>
          <p:spPr>
            <a:xfrm rot="10800000">
              <a:off x="5065900" y="857304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15" name="Google Shape;448;p2"/>
            <p:cNvSpPr/>
            <p:nvPr/>
          </p:nvSpPr>
          <p:spPr>
            <a:xfrm rot="10800000">
              <a:off x="5065900" y="779367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16" name="Google Shape;449;p2"/>
            <p:cNvSpPr/>
            <p:nvPr/>
          </p:nvSpPr>
          <p:spPr>
            <a:xfrm rot="10800000">
              <a:off x="5065900" y="584527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17" name="Google Shape;450;p2"/>
            <p:cNvSpPr/>
            <p:nvPr/>
          </p:nvSpPr>
          <p:spPr>
            <a:xfrm rot="10800000">
              <a:off x="5065900" y="467617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18" name="Google Shape;451;p2"/>
            <p:cNvSpPr/>
            <p:nvPr/>
          </p:nvSpPr>
          <p:spPr>
            <a:xfrm rot="10800000">
              <a:off x="5065900" y="-2"/>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19" name="Google Shape;452;p2"/>
            <p:cNvSpPr/>
            <p:nvPr/>
          </p:nvSpPr>
          <p:spPr>
            <a:xfrm rot="10800000">
              <a:off x="4676180" y="12859506"/>
              <a:ext cx="314250" cy="314315"/>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20" name="Google Shape;453;p2"/>
            <p:cNvSpPr/>
            <p:nvPr/>
          </p:nvSpPr>
          <p:spPr>
            <a:xfrm rot="10800000">
              <a:off x="4676180" y="1208019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21" name="Google Shape;454;p2"/>
            <p:cNvSpPr/>
            <p:nvPr/>
          </p:nvSpPr>
          <p:spPr>
            <a:xfrm rot="10800000">
              <a:off x="4676180" y="11300824"/>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22" name="Google Shape;455;p2"/>
            <p:cNvSpPr/>
            <p:nvPr/>
          </p:nvSpPr>
          <p:spPr>
            <a:xfrm rot="10800000">
              <a:off x="4676180" y="9742076"/>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23" name="Google Shape;456;p2"/>
            <p:cNvSpPr/>
            <p:nvPr/>
          </p:nvSpPr>
          <p:spPr>
            <a:xfrm rot="10800000">
              <a:off x="4676180" y="9352357"/>
              <a:ext cx="314250" cy="314315"/>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24" name="Google Shape;457;p2"/>
            <p:cNvSpPr/>
            <p:nvPr/>
          </p:nvSpPr>
          <p:spPr>
            <a:xfrm rot="10800000">
              <a:off x="4676180" y="857304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25" name="Google Shape;458;p2"/>
            <p:cNvSpPr/>
            <p:nvPr/>
          </p:nvSpPr>
          <p:spPr>
            <a:xfrm rot="10800000">
              <a:off x="4676180" y="818332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26" name="Google Shape;459;p2"/>
            <p:cNvSpPr/>
            <p:nvPr/>
          </p:nvSpPr>
          <p:spPr>
            <a:xfrm rot="10800000">
              <a:off x="4676180" y="779367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27" name="Google Shape;460;p2"/>
            <p:cNvSpPr/>
            <p:nvPr/>
          </p:nvSpPr>
          <p:spPr>
            <a:xfrm rot="10800000">
              <a:off x="4676180" y="6234926"/>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28" name="Google Shape;461;p2"/>
            <p:cNvSpPr/>
            <p:nvPr/>
          </p:nvSpPr>
          <p:spPr>
            <a:xfrm rot="10800000">
              <a:off x="4676180" y="584527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29" name="Google Shape;462;p2"/>
            <p:cNvSpPr/>
            <p:nvPr/>
          </p:nvSpPr>
          <p:spPr>
            <a:xfrm rot="10800000">
              <a:off x="4676180" y="545555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30" name="Google Shape;463;p2"/>
            <p:cNvSpPr/>
            <p:nvPr/>
          </p:nvSpPr>
          <p:spPr>
            <a:xfrm rot="10800000">
              <a:off x="4676180" y="3896804"/>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31" name="Google Shape;464;p2"/>
            <p:cNvSpPr/>
            <p:nvPr/>
          </p:nvSpPr>
          <p:spPr>
            <a:xfrm rot="10800000">
              <a:off x="4676180" y="3507149"/>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32" name="Google Shape;465;p2"/>
            <p:cNvSpPr/>
            <p:nvPr/>
          </p:nvSpPr>
          <p:spPr>
            <a:xfrm rot="10800000">
              <a:off x="4676180" y="233812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33" name="Google Shape;466;p2"/>
            <p:cNvSpPr/>
            <p:nvPr/>
          </p:nvSpPr>
          <p:spPr>
            <a:xfrm rot="10800000">
              <a:off x="4676180" y="1948402"/>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34" name="Google Shape;467;p2"/>
            <p:cNvSpPr/>
            <p:nvPr/>
          </p:nvSpPr>
          <p:spPr>
            <a:xfrm rot="10800000">
              <a:off x="4676180" y="155874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35" name="Google Shape;468;p2"/>
            <p:cNvSpPr/>
            <p:nvPr/>
          </p:nvSpPr>
          <p:spPr>
            <a:xfrm rot="10800000">
              <a:off x="4676180" y="77937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36" name="Google Shape;469;p2"/>
            <p:cNvSpPr/>
            <p:nvPr/>
          </p:nvSpPr>
          <p:spPr>
            <a:xfrm rot="10800000">
              <a:off x="4286525" y="1246985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37" name="Google Shape;470;p2"/>
            <p:cNvSpPr/>
            <p:nvPr/>
          </p:nvSpPr>
          <p:spPr>
            <a:xfrm rot="10800000">
              <a:off x="4286525" y="1208019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38" name="Google Shape;471;p2"/>
            <p:cNvSpPr/>
            <p:nvPr/>
          </p:nvSpPr>
          <p:spPr>
            <a:xfrm rot="10800000">
              <a:off x="4286525" y="11300824"/>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39" name="Google Shape;472;p2"/>
            <p:cNvSpPr/>
            <p:nvPr/>
          </p:nvSpPr>
          <p:spPr>
            <a:xfrm rot="10800000">
              <a:off x="4286525" y="1091110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40" name="Google Shape;473;p2"/>
            <p:cNvSpPr/>
            <p:nvPr/>
          </p:nvSpPr>
          <p:spPr>
            <a:xfrm rot="10800000">
              <a:off x="4286525" y="10521450"/>
              <a:ext cx="314250" cy="314249"/>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41" name="Google Shape;474;p2"/>
            <p:cNvSpPr/>
            <p:nvPr/>
          </p:nvSpPr>
          <p:spPr>
            <a:xfrm rot="10800000">
              <a:off x="4286525" y="9742076"/>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42" name="Google Shape;475;p2"/>
            <p:cNvSpPr/>
            <p:nvPr/>
          </p:nvSpPr>
          <p:spPr>
            <a:xfrm rot="10800000">
              <a:off x="4286525" y="545555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43" name="Google Shape;476;p2"/>
            <p:cNvSpPr/>
            <p:nvPr/>
          </p:nvSpPr>
          <p:spPr>
            <a:xfrm rot="10800000">
              <a:off x="4286525" y="467617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44" name="Google Shape;477;p2"/>
            <p:cNvSpPr/>
            <p:nvPr/>
          </p:nvSpPr>
          <p:spPr>
            <a:xfrm rot="10800000">
              <a:off x="4286525" y="428652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45" name="Google Shape;478;p2"/>
            <p:cNvSpPr/>
            <p:nvPr/>
          </p:nvSpPr>
          <p:spPr>
            <a:xfrm rot="10800000">
              <a:off x="4286525" y="77937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46" name="Google Shape;479;p2"/>
            <p:cNvSpPr/>
            <p:nvPr/>
          </p:nvSpPr>
          <p:spPr>
            <a:xfrm rot="10800000">
              <a:off x="4286525" y="-2"/>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47" name="Google Shape;480;p2"/>
            <p:cNvSpPr/>
            <p:nvPr/>
          </p:nvSpPr>
          <p:spPr>
            <a:xfrm rot="10800000">
              <a:off x="3896806" y="13249226"/>
              <a:ext cx="314314"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48" name="Google Shape;481;p2"/>
            <p:cNvSpPr/>
            <p:nvPr/>
          </p:nvSpPr>
          <p:spPr>
            <a:xfrm rot="10800000">
              <a:off x="3896806" y="12469853"/>
              <a:ext cx="314314"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49" name="Google Shape;482;p2"/>
            <p:cNvSpPr/>
            <p:nvPr/>
          </p:nvSpPr>
          <p:spPr>
            <a:xfrm rot="10800000">
              <a:off x="3896806" y="11690479"/>
              <a:ext cx="314314"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50" name="Google Shape;483;p2"/>
            <p:cNvSpPr/>
            <p:nvPr/>
          </p:nvSpPr>
          <p:spPr>
            <a:xfrm rot="10800000">
              <a:off x="3896806" y="11300824"/>
              <a:ext cx="314314"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51" name="Google Shape;484;p2"/>
            <p:cNvSpPr/>
            <p:nvPr/>
          </p:nvSpPr>
          <p:spPr>
            <a:xfrm rot="10800000">
              <a:off x="3896806" y="9742076"/>
              <a:ext cx="314314"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52" name="Google Shape;485;p2"/>
            <p:cNvSpPr/>
            <p:nvPr/>
          </p:nvSpPr>
          <p:spPr>
            <a:xfrm rot="10800000">
              <a:off x="3896806" y="8183328"/>
              <a:ext cx="314314"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53" name="Google Shape;486;p2"/>
            <p:cNvSpPr/>
            <p:nvPr/>
          </p:nvSpPr>
          <p:spPr>
            <a:xfrm rot="10800000">
              <a:off x="3896806" y="7793673"/>
              <a:ext cx="314314"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54" name="Google Shape;487;p2"/>
            <p:cNvSpPr/>
            <p:nvPr/>
          </p:nvSpPr>
          <p:spPr>
            <a:xfrm rot="10800000">
              <a:off x="3896806" y="7403954"/>
              <a:ext cx="314314"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55" name="Google Shape;488;p2"/>
            <p:cNvSpPr/>
            <p:nvPr/>
          </p:nvSpPr>
          <p:spPr>
            <a:xfrm rot="10800000">
              <a:off x="3896806" y="5065897"/>
              <a:ext cx="314314"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56" name="Google Shape;489;p2"/>
            <p:cNvSpPr/>
            <p:nvPr/>
          </p:nvSpPr>
          <p:spPr>
            <a:xfrm rot="10800000">
              <a:off x="3896806" y="3117430"/>
              <a:ext cx="314314"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57" name="Google Shape;490;p2"/>
            <p:cNvSpPr/>
            <p:nvPr/>
          </p:nvSpPr>
          <p:spPr>
            <a:xfrm rot="10800000">
              <a:off x="3896806" y="1948402"/>
              <a:ext cx="314314"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58" name="Google Shape;491;p2"/>
            <p:cNvSpPr/>
            <p:nvPr/>
          </p:nvSpPr>
          <p:spPr>
            <a:xfrm rot="10800000">
              <a:off x="3896806" y="1558747"/>
              <a:ext cx="314314"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59" name="Google Shape;492;p2"/>
            <p:cNvSpPr/>
            <p:nvPr/>
          </p:nvSpPr>
          <p:spPr>
            <a:xfrm rot="10800000">
              <a:off x="3896806" y="-2"/>
              <a:ext cx="314314"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60" name="Google Shape;493;p2"/>
            <p:cNvSpPr/>
            <p:nvPr/>
          </p:nvSpPr>
          <p:spPr>
            <a:xfrm rot="10800000">
              <a:off x="3507151" y="12859506"/>
              <a:ext cx="314250" cy="314315"/>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61" name="Google Shape;494;p2"/>
            <p:cNvSpPr/>
            <p:nvPr/>
          </p:nvSpPr>
          <p:spPr>
            <a:xfrm rot="10800000">
              <a:off x="3507151" y="1246985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62" name="Google Shape;495;p2"/>
            <p:cNvSpPr/>
            <p:nvPr/>
          </p:nvSpPr>
          <p:spPr>
            <a:xfrm rot="10800000">
              <a:off x="3507151" y="11300824"/>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63" name="Google Shape;496;p2"/>
            <p:cNvSpPr/>
            <p:nvPr/>
          </p:nvSpPr>
          <p:spPr>
            <a:xfrm rot="10800000">
              <a:off x="3507151" y="10131731"/>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64" name="Google Shape;497;p2"/>
            <p:cNvSpPr/>
            <p:nvPr/>
          </p:nvSpPr>
          <p:spPr>
            <a:xfrm rot="10800000">
              <a:off x="3507151" y="7014300"/>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65" name="Google Shape;498;p2"/>
            <p:cNvSpPr/>
            <p:nvPr/>
          </p:nvSpPr>
          <p:spPr>
            <a:xfrm rot="10800000">
              <a:off x="3507151" y="6234926"/>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66" name="Google Shape;499;p2"/>
            <p:cNvSpPr/>
            <p:nvPr/>
          </p:nvSpPr>
          <p:spPr>
            <a:xfrm rot="10800000">
              <a:off x="3507151" y="3896804"/>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67" name="Google Shape;500;p2"/>
            <p:cNvSpPr/>
            <p:nvPr/>
          </p:nvSpPr>
          <p:spPr>
            <a:xfrm rot="10800000">
              <a:off x="3507151" y="2727775"/>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68" name="Google Shape;501;p2"/>
            <p:cNvSpPr/>
            <p:nvPr/>
          </p:nvSpPr>
          <p:spPr>
            <a:xfrm rot="10800000">
              <a:off x="3507151" y="116902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69" name="Google Shape;502;p2"/>
            <p:cNvSpPr/>
            <p:nvPr/>
          </p:nvSpPr>
          <p:spPr>
            <a:xfrm rot="10800000">
              <a:off x="3117496" y="13249226"/>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70" name="Google Shape;503;p2"/>
            <p:cNvSpPr/>
            <p:nvPr/>
          </p:nvSpPr>
          <p:spPr>
            <a:xfrm rot="10800000">
              <a:off x="3117496" y="12859506"/>
              <a:ext cx="314250" cy="314315"/>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71" name="Google Shape;504;p2"/>
            <p:cNvSpPr/>
            <p:nvPr/>
          </p:nvSpPr>
          <p:spPr>
            <a:xfrm rot="10800000">
              <a:off x="3117496" y="11690479"/>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72" name="Google Shape;505;p2"/>
            <p:cNvSpPr/>
            <p:nvPr/>
          </p:nvSpPr>
          <p:spPr>
            <a:xfrm rot="10800000">
              <a:off x="3117496" y="1091110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73" name="Google Shape;506;p2"/>
            <p:cNvSpPr/>
            <p:nvPr/>
          </p:nvSpPr>
          <p:spPr>
            <a:xfrm rot="10800000">
              <a:off x="3117496" y="896270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74" name="Google Shape;507;p2"/>
            <p:cNvSpPr/>
            <p:nvPr/>
          </p:nvSpPr>
          <p:spPr>
            <a:xfrm rot="10800000">
              <a:off x="3117496" y="857304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75" name="Google Shape;508;p2"/>
            <p:cNvSpPr/>
            <p:nvPr/>
          </p:nvSpPr>
          <p:spPr>
            <a:xfrm rot="10800000">
              <a:off x="3117496" y="428652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76" name="Google Shape;509;p2"/>
            <p:cNvSpPr/>
            <p:nvPr/>
          </p:nvSpPr>
          <p:spPr>
            <a:xfrm rot="10800000">
              <a:off x="3117496" y="3507149"/>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77" name="Google Shape;510;p2"/>
            <p:cNvSpPr/>
            <p:nvPr/>
          </p:nvSpPr>
          <p:spPr>
            <a:xfrm rot="10800000">
              <a:off x="2727777" y="13249226"/>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78" name="Google Shape;511;p2"/>
            <p:cNvSpPr/>
            <p:nvPr/>
          </p:nvSpPr>
          <p:spPr>
            <a:xfrm rot="10800000">
              <a:off x="2727777" y="10521450"/>
              <a:ext cx="314250" cy="314249"/>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79" name="Google Shape;512;p2"/>
            <p:cNvSpPr/>
            <p:nvPr/>
          </p:nvSpPr>
          <p:spPr>
            <a:xfrm rot="10800000">
              <a:off x="2727777" y="818332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80" name="Google Shape;513;p2"/>
            <p:cNvSpPr/>
            <p:nvPr/>
          </p:nvSpPr>
          <p:spPr>
            <a:xfrm rot="10800000">
              <a:off x="2727777" y="428652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81" name="Google Shape;514;p2"/>
            <p:cNvSpPr/>
            <p:nvPr/>
          </p:nvSpPr>
          <p:spPr>
            <a:xfrm rot="10800000">
              <a:off x="2727777" y="116902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82" name="Google Shape;515;p2"/>
            <p:cNvSpPr/>
            <p:nvPr/>
          </p:nvSpPr>
          <p:spPr>
            <a:xfrm rot="10800000">
              <a:off x="2338121" y="13249226"/>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83" name="Google Shape;516;p2"/>
            <p:cNvSpPr/>
            <p:nvPr/>
          </p:nvSpPr>
          <p:spPr>
            <a:xfrm rot="10800000">
              <a:off x="2338121" y="1208019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84" name="Google Shape;517;p2"/>
            <p:cNvSpPr/>
            <p:nvPr/>
          </p:nvSpPr>
          <p:spPr>
            <a:xfrm rot="10800000">
              <a:off x="2338121" y="779367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85" name="Google Shape;518;p2"/>
            <p:cNvSpPr/>
            <p:nvPr/>
          </p:nvSpPr>
          <p:spPr>
            <a:xfrm rot="10800000">
              <a:off x="2338121" y="545555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86" name="Google Shape;519;p2"/>
            <p:cNvSpPr/>
            <p:nvPr/>
          </p:nvSpPr>
          <p:spPr>
            <a:xfrm rot="10800000">
              <a:off x="2338121" y="428652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87" name="Google Shape;520;p2"/>
            <p:cNvSpPr/>
            <p:nvPr/>
          </p:nvSpPr>
          <p:spPr>
            <a:xfrm rot="10800000">
              <a:off x="1948402" y="2727775"/>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88" name="Google Shape;521;p2"/>
            <p:cNvSpPr/>
            <p:nvPr/>
          </p:nvSpPr>
          <p:spPr>
            <a:xfrm rot="10800000">
              <a:off x="1558747" y="10131731"/>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89" name="Google Shape;522;p2"/>
            <p:cNvSpPr/>
            <p:nvPr/>
          </p:nvSpPr>
          <p:spPr>
            <a:xfrm rot="10800000">
              <a:off x="1558747" y="7014300"/>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90" name="Google Shape;523;p2"/>
            <p:cNvSpPr/>
            <p:nvPr/>
          </p:nvSpPr>
          <p:spPr>
            <a:xfrm rot="10800000">
              <a:off x="1169028" y="779373"/>
              <a:ext cx="314315"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91" name="Google Shape;524;p2"/>
            <p:cNvSpPr/>
            <p:nvPr/>
          </p:nvSpPr>
          <p:spPr>
            <a:xfrm rot="10800000">
              <a:off x="389719" y="7403954"/>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692" name="Google Shape;525;p2"/>
            <p:cNvSpPr/>
            <p:nvPr/>
          </p:nvSpPr>
          <p:spPr>
            <a:xfrm rot="10800000">
              <a:off x="-2" y="1169028"/>
              <a:ext cx="314251"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grpSp>
      <p:sp>
        <p:nvSpPr>
          <p:cNvPr id="694" name="Numer slajdu"/>
          <p:cNvSpPr txBox="1"/>
          <p:nvPr>
            <p:ph type="sldNum" sz="quarter" idx="2"/>
          </p:nvPr>
        </p:nvSpPr>
        <p:spPr>
          <a:xfrm>
            <a:off x="17475200" y="12227601"/>
            <a:ext cx="952339" cy="970199"/>
          </a:xfrm>
          <a:prstGeom prst="rect">
            <a:avLst/>
          </a:prstGeom>
        </p:spPr>
        <p:txBody>
          <a:bodyPr lIns="243798" tIns="243798" rIns="243798" bIns="243798" anchor="ctr"/>
          <a:lstStyle>
            <a:lvl1pPr algn="l" defTabSz="2438400">
              <a:defRPr sz="3200">
                <a:solidFill>
                  <a:srgbClr val="0B87A1"/>
                </a:solidFill>
                <a:latin typeface="Dosis Light"/>
                <a:ea typeface="Dosis Light"/>
                <a:cs typeface="Dosis Light"/>
                <a:sym typeface="Dosis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1">
    <p:spTree>
      <p:nvGrpSpPr>
        <p:cNvPr id="1" name=""/>
        <p:cNvGrpSpPr/>
        <p:nvPr/>
      </p:nvGrpSpPr>
      <p:grpSpPr>
        <a:xfrm>
          <a:off x="0" y="0"/>
          <a:ext cx="0" cy="0"/>
          <a:chOff x="0" y="0"/>
          <a:chExt cx="0" cy="0"/>
        </a:xfrm>
      </p:grpSpPr>
      <p:sp>
        <p:nvSpPr>
          <p:cNvPr id="701" name="Tekst tytułowy"/>
          <p:cNvSpPr txBox="1"/>
          <p:nvPr>
            <p:ph type="title"/>
          </p:nvPr>
        </p:nvSpPr>
        <p:spPr>
          <a:xfrm>
            <a:off x="1828799" y="7676666"/>
            <a:ext cx="14050402" cy="3092803"/>
          </a:xfrm>
          <a:prstGeom prst="rect">
            <a:avLst/>
          </a:prstGeom>
        </p:spPr>
        <p:txBody>
          <a:bodyPr lIns="243798" tIns="243798" rIns="243798" bIns="243798" anchor="b"/>
          <a:lstStyle>
            <a:lvl1pPr defTabSz="2438400">
              <a:lnSpc>
                <a:spcPct val="100000"/>
              </a:lnSpc>
              <a:defRPr b="0" spc="0" sz="12800">
                <a:solidFill>
                  <a:srgbClr val="0B87A1"/>
                </a:solidFill>
                <a:latin typeface="Dosis Light"/>
                <a:ea typeface="Dosis Light"/>
                <a:cs typeface="Dosis Light"/>
                <a:sym typeface="Dosis Light"/>
              </a:defRPr>
            </a:lvl1pPr>
          </a:lstStyle>
          <a:p>
            <a:pPr/>
            <a:r>
              <a:t>Tekst tytułowy</a:t>
            </a:r>
          </a:p>
        </p:txBody>
      </p:sp>
      <p:sp>
        <p:nvSpPr>
          <p:cNvPr id="702" name="Treść - poziom 1…"/>
          <p:cNvSpPr txBox="1"/>
          <p:nvPr>
            <p:ph type="body" sz="quarter" idx="1"/>
          </p:nvPr>
        </p:nvSpPr>
        <p:spPr>
          <a:xfrm>
            <a:off x="1828799" y="10621478"/>
            <a:ext cx="14050402" cy="2092803"/>
          </a:xfrm>
          <a:prstGeom prst="rect">
            <a:avLst/>
          </a:prstGeom>
        </p:spPr>
        <p:txBody>
          <a:bodyPr lIns="243798" tIns="243798" rIns="243798" bIns="243798"/>
          <a:lstStyle>
            <a:lvl1pPr marL="939800" indent="-863600" defTabSz="2438400">
              <a:lnSpc>
                <a:spcPct val="100000"/>
              </a:lnSpc>
              <a:spcBef>
                <a:spcPts val="0"/>
              </a:spcBef>
              <a:buSzTx/>
              <a:buNone/>
              <a:defRPr sz="6400">
                <a:solidFill>
                  <a:srgbClr val="80BFB7"/>
                </a:solidFill>
                <a:latin typeface="Titillium Web Light"/>
                <a:ea typeface="Titillium Web Light"/>
                <a:cs typeface="Titillium Web Light"/>
                <a:sym typeface="Titillium Web Light"/>
              </a:defRPr>
            </a:lvl1pPr>
            <a:lvl2pPr marL="939800" indent="-406400" defTabSz="2438400">
              <a:lnSpc>
                <a:spcPct val="100000"/>
              </a:lnSpc>
              <a:spcBef>
                <a:spcPts val="0"/>
              </a:spcBef>
              <a:buSzTx/>
              <a:buNone/>
              <a:defRPr sz="6400">
                <a:solidFill>
                  <a:srgbClr val="80BFB7"/>
                </a:solidFill>
                <a:latin typeface="Titillium Web Light"/>
                <a:ea typeface="Titillium Web Light"/>
                <a:cs typeface="Titillium Web Light"/>
                <a:sym typeface="Titillium Web Light"/>
              </a:defRPr>
            </a:lvl2pPr>
            <a:lvl3pPr marL="939800" indent="50800" defTabSz="2438400">
              <a:lnSpc>
                <a:spcPct val="100000"/>
              </a:lnSpc>
              <a:spcBef>
                <a:spcPts val="0"/>
              </a:spcBef>
              <a:buSzTx/>
              <a:buNone/>
              <a:defRPr sz="6400">
                <a:solidFill>
                  <a:srgbClr val="80BFB7"/>
                </a:solidFill>
                <a:latin typeface="Titillium Web Light"/>
                <a:ea typeface="Titillium Web Light"/>
                <a:cs typeface="Titillium Web Light"/>
                <a:sym typeface="Titillium Web Light"/>
              </a:defRPr>
            </a:lvl3pPr>
            <a:lvl4pPr marL="939800" indent="76200" defTabSz="2438400">
              <a:lnSpc>
                <a:spcPct val="100000"/>
              </a:lnSpc>
              <a:spcBef>
                <a:spcPts val="0"/>
              </a:spcBef>
              <a:buSzTx/>
              <a:buNone/>
              <a:defRPr sz="6400">
                <a:solidFill>
                  <a:srgbClr val="80BFB7"/>
                </a:solidFill>
                <a:latin typeface="Titillium Web Light"/>
                <a:ea typeface="Titillium Web Light"/>
                <a:cs typeface="Titillium Web Light"/>
                <a:sym typeface="Titillium Web Light"/>
              </a:defRPr>
            </a:lvl4pPr>
            <a:lvl5pPr marL="939800" indent="76200" defTabSz="2438400">
              <a:lnSpc>
                <a:spcPct val="100000"/>
              </a:lnSpc>
              <a:spcBef>
                <a:spcPts val="0"/>
              </a:spcBef>
              <a:buSzTx/>
              <a:buNone/>
              <a:defRPr sz="6400">
                <a:solidFill>
                  <a:srgbClr val="80BFB7"/>
                </a:solidFill>
                <a:latin typeface="Titillium Web Light"/>
                <a:ea typeface="Titillium Web Light"/>
                <a:cs typeface="Titillium Web Light"/>
                <a:sym typeface="Titillium Web Light"/>
              </a:defRPr>
            </a:lvl5pPr>
          </a:lstStyle>
          <a:p>
            <a:pPr/>
            <a:r>
              <a:t>Treść - poziom 1</a:t>
            </a:r>
          </a:p>
          <a:p>
            <a:pPr lvl="1"/>
            <a:r>
              <a:t>Treść - poziom 2</a:t>
            </a:r>
          </a:p>
          <a:p>
            <a:pPr lvl="2"/>
            <a:r>
              <a:t>Treść - poziom 3</a:t>
            </a:r>
          </a:p>
          <a:p>
            <a:pPr lvl="3"/>
            <a:r>
              <a:t>Treść - poziom 4</a:t>
            </a:r>
          </a:p>
          <a:p>
            <a:pPr lvl="4"/>
            <a:r>
              <a:t>Treść - poziom 5</a:t>
            </a:r>
          </a:p>
        </p:txBody>
      </p:sp>
      <p:grpSp>
        <p:nvGrpSpPr>
          <p:cNvPr id="783" name="Google Shape;529;p3"/>
          <p:cNvGrpSpPr/>
          <p:nvPr/>
        </p:nvGrpSpPr>
        <p:grpSpPr>
          <a:xfrm>
            <a:off x="23214374" y="76525"/>
            <a:ext cx="1093625" cy="13563479"/>
            <a:chOff x="0" y="-1"/>
            <a:chExt cx="1093623" cy="13563477"/>
          </a:xfrm>
        </p:grpSpPr>
        <p:sp>
          <p:nvSpPr>
            <p:cNvPr id="703" name="Google Shape;530;p3"/>
            <p:cNvSpPr/>
            <p:nvPr/>
          </p:nvSpPr>
          <p:spPr>
            <a:xfrm rot="10800000">
              <a:off x="779374" y="1324922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04" name="Google Shape;531;p3"/>
            <p:cNvSpPr/>
            <p:nvPr/>
          </p:nvSpPr>
          <p:spPr>
            <a:xfrm rot="10800000">
              <a:off x="779374" y="12859506"/>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05" name="Google Shape;532;p3"/>
            <p:cNvSpPr/>
            <p:nvPr/>
          </p:nvSpPr>
          <p:spPr>
            <a:xfrm rot="10800000">
              <a:off x="779374" y="1246985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06" name="Google Shape;533;p3"/>
            <p:cNvSpPr/>
            <p:nvPr/>
          </p:nvSpPr>
          <p:spPr>
            <a:xfrm rot="10800000">
              <a:off x="779374" y="12080198"/>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07" name="Google Shape;534;p3"/>
            <p:cNvSpPr/>
            <p:nvPr/>
          </p:nvSpPr>
          <p:spPr>
            <a:xfrm rot="10800000">
              <a:off x="779374" y="11690479"/>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08" name="Google Shape;535;p3"/>
            <p:cNvSpPr/>
            <p:nvPr/>
          </p:nvSpPr>
          <p:spPr>
            <a:xfrm rot="10800000">
              <a:off x="779374" y="11300824"/>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09" name="Google Shape;536;p3"/>
            <p:cNvSpPr/>
            <p:nvPr/>
          </p:nvSpPr>
          <p:spPr>
            <a:xfrm rot="10800000">
              <a:off x="779374" y="1091110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10" name="Google Shape;537;p3"/>
            <p:cNvSpPr/>
            <p:nvPr/>
          </p:nvSpPr>
          <p:spPr>
            <a:xfrm rot="10800000">
              <a:off x="779374" y="10521450"/>
              <a:ext cx="314250" cy="314249"/>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11" name="Google Shape;538;p3"/>
            <p:cNvSpPr/>
            <p:nvPr/>
          </p:nvSpPr>
          <p:spPr>
            <a:xfrm rot="10800000">
              <a:off x="779374" y="10131731"/>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12" name="Google Shape;539;p3"/>
            <p:cNvSpPr/>
            <p:nvPr/>
          </p:nvSpPr>
          <p:spPr>
            <a:xfrm rot="10800000">
              <a:off x="779374" y="974207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13" name="Google Shape;540;p3"/>
            <p:cNvSpPr/>
            <p:nvPr/>
          </p:nvSpPr>
          <p:spPr>
            <a:xfrm rot="10800000">
              <a:off x="779374" y="9352357"/>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14" name="Google Shape;541;p3"/>
            <p:cNvSpPr/>
            <p:nvPr/>
          </p:nvSpPr>
          <p:spPr>
            <a:xfrm rot="10800000">
              <a:off x="779374" y="896270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15" name="Google Shape;542;p3"/>
            <p:cNvSpPr/>
            <p:nvPr/>
          </p:nvSpPr>
          <p:spPr>
            <a:xfrm rot="10800000">
              <a:off x="779374" y="857304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16" name="Google Shape;543;p3"/>
            <p:cNvSpPr/>
            <p:nvPr/>
          </p:nvSpPr>
          <p:spPr>
            <a:xfrm rot="10800000">
              <a:off x="779374" y="8183328"/>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17" name="Google Shape;544;p3"/>
            <p:cNvSpPr/>
            <p:nvPr/>
          </p:nvSpPr>
          <p:spPr>
            <a:xfrm rot="10800000">
              <a:off x="779374" y="779367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18" name="Google Shape;545;p3"/>
            <p:cNvSpPr/>
            <p:nvPr/>
          </p:nvSpPr>
          <p:spPr>
            <a:xfrm rot="10800000">
              <a:off x="779374" y="7403954"/>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19" name="Google Shape;546;p3"/>
            <p:cNvSpPr/>
            <p:nvPr/>
          </p:nvSpPr>
          <p:spPr>
            <a:xfrm rot="10800000">
              <a:off x="779374" y="7014300"/>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20" name="Google Shape;547;p3"/>
            <p:cNvSpPr/>
            <p:nvPr/>
          </p:nvSpPr>
          <p:spPr>
            <a:xfrm rot="10800000">
              <a:off x="779374" y="6624580"/>
              <a:ext cx="314250"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21" name="Google Shape;548;p3"/>
            <p:cNvSpPr/>
            <p:nvPr/>
          </p:nvSpPr>
          <p:spPr>
            <a:xfrm rot="10800000">
              <a:off x="779374" y="623492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22" name="Google Shape;549;p3"/>
            <p:cNvSpPr/>
            <p:nvPr/>
          </p:nvSpPr>
          <p:spPr>
            <a:xfrm rot="10800000">
              <a:off x="779374" y="584527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23" name="Google Shape;550;p3"/>
            <p:cNvSpPr/>
            <p:nvPr/>
          </p:nvSpPr>
          <p:spPr>
            <a:xfrm rot="10800000">
              <a:off x="779374" y="545555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24" name="Google Shape;551;p3"/>
            <p:cNvSpPr/>
            <p:nvPr/>
          </p:nvSpPr>
          <p:spPr>
            <a:xfrm rot="10800000">
              <a:off x="779374" y="506589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25" name="Google Shape;552;p3"/>
            <p:cNvSpPr/>
            <p:nvPr/>
          </p:nvSpPr>
          <p:spPr>
            <a:xfrm rot="10800000">
              <a:off x="779374" y="467617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26" name="Google Shape;553;p3"/>
            <p:cNvSpPr/>
            <p:nvPr/>
          </p:nvSpPr>
          <p:spPr>
            <a:xfrm rot="10800000">
              <a:off x="779374" y="428652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27" name="Google Shape;554;p3"/>
            <p:cNvSpPr/>
            <p:nvPr/>
          </p:nvSpPr>
          <p:spPr>
            <a:xfrm rot="10800000">
              <a:off x="779374" y="3896804"/>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28" name="Google Shape;555;p3"/>
            <p:cNvSpPr/>
            <p:nvPr/>
          </p:nvSpPr>
          <p:spPr>
            <a:xfrm rot="10800000">
              <a:off x="779374" y="3507149"/>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29" name="Google Shape;556;p3"/>
            <p:cNvSpPr/>
            <p:nvPr/>
          </p:nvSpPr>
          <p:spPr>
            <a:xfrm rot="10800000">
              <a:off x="779374" y="3117430"/>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30" name="Google Shape;557;p3"/>
            <p:cNvSpPr/>
            <p:nvPr/>
          </p:nvSpPr>
          <p:spPr>
            <a:xfrm rot="10800000">
              <a:off x="779374" y="2727775"/>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31" name="Google Shape;558;p3"/>
            <p:cNvSpPr/>
            <p:nvPr/>
          </p:nvSpPr>
          <p:spPr>
            <a:xfrm rot="10800000">
              <a:off x="779374" y="233812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32" name="Google Shape;559;p3"/>
            <p:cNvSpPr/>
            <p:nvPr/>
          </p:nvSpPr>
          <p:spPr>
            <a:xfrm rot="10800000">
              <a:off x="779374" y="1948402"/>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33" name="Google Shape;560;p3"/>
            <p:cNvSpPr/>
            <p:nvPr/>
          </p:nvSpPr>
          <p:spPr>
            <a:xfrm rot="10800000">
              <a:off x="779374" y="155874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34" name="Google Shape;561;p3"/>
            <p:cNvSpPr/>
            <p:nvPr/>
          </p:nvSpPr>
          <p:spPr>
            <a:xfrm rot="10800000">
              <a:off x="779374" y="1169028"/>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35" name="Google Shape;562;p3"/>
            <p:cNvSpPr/>
            <p:nvPr/>
          </p:nvSpPr>
          <p:spPr>
            <a:xfrm rot="10800000">
              <a:off x="779374" y="77937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36" name="Google Shape;563;p3"/>
            <p:cNvSpPr/>
            <p:nvPr/>
          </p:nvSpPr>
          <p:spPr>
            <a:xfrm rot="10800000">
              <a:off x="779374" y="389654"/>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37" name="Google Shape;564;p3"/>
            <p:cNvSpPr/>
            <p:nvPr/>
          </p:nvSpPr>
          <p:spPr>
            <a:xfrm rot="10800000">
              <a:off x="779374" y="-2"/>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38" name="Google Shape;565;p3"/>
            <p:cNvSpPr/>
            <p:nvPr/>
          </p:nvSpPr>
          <p:spPr>
            <a:xfrm rot="10800000">
              <a:off x="389655" y="12859506"/>
              <a:ext cx="314314"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39" name="Google Shape;566;p3"/>
            <p:cNvSpPr/>
            <p:nvPr/>
          </p:nvSpPr>
          <p:spPr>
            <a:xfrm rot="10800000">
              <a:off x="389655" y="12469853"/>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40" name="Google Shape;567;p3"/>
            <p:cNvSpPr/>
            <p:nvPr/>
          </p:nvSpPr>
          <p:spPr>
            <a:xfrm rot="10800000">
              <a:off x="389655" y="11690479"/>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41" name="Google Shape;568;p3"/>
            <p:cNvSpPr/>
            <p:nvPr/>
          </p:nvSpPr>
          <p:spPr>
            <a:xfrm rot="10800000">
              <a:off x="389655" y="10911103"/>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42" name="Google Shape;569;p3"/>
            <p:cNvSpPr/>
            <p:nvPr/>
          </p:nvSpPr>
          <p:spPr>
            <a:xfrm rot="10800000">
              <a:off x="389655" y="10521450"/>
              <a:ext cx="314314" cy="314249"/>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43" name="Google Shape;570;p3"/>
            <p:cNvSpPr/>
            <p:nvPr/>
          </p:nvSpPr>
          <p:spPr>
            <a:xfrm rot="10800000">
              <a:off x="389655" y="9352357"/>
              <a:ext cx="314314"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44" name="Google Shape;571;p3"/>
            <p:cNvSpPr/>
            <p:nvPr/>
          </p:nvSpPr>
          <p:spPr>
            <a:xfrm rot="10800000">
              <a:off x="389655" y="8962701"/>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45" name="Google Shape;572;p3"/>
            <p:cNvSpPr/>
            <p:nvPr/>
          </p:nvSpPr>
          <p:spPr>
            <a:xfrm rot="10800000">
              <a:off x="389655" y="8183328"/>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46" name="Google Shape;573;p3"/>
            <p:cNvSpPr/>
            <p:nvPr/>
          </p:nvSpPr>
          <p:spPr>
            <a:xfrm rot="10800000">
              <a:off x="389655" y="7793673"/>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47" name="Google Shape;574;p3"/>
            <p:cNvSpPr/>
            <p:nvPr/>
          </p:nvSpPr>
          <p:spPr>
            <a:xfrm rot="10800000">
              <a:off x="389655" y="7403954"/>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48" name="Google Shape;575;p3"/>
            <p:cNvSpPr/>
            <p:nvPr/>
          </p:nvSpPr>
          <p:spPr>
            <a:xfrm rot="10800000">
              <a:off x="389655" y="6624580"/>
              <a:ext cx="314314" cy="314315"/>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49" name="Google Shape;576;p3"/>
            <p:cNvSpPr/>
            <p:nvPr/>
          </p:nvSpPr>
          <p:spPr>
            <a:xfrm rot="10800000">
              <a:off x="389655" y="6234926"/>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50" name="Google Shape;577;p3"/>
            <p:cNvSpPr/>
            <p:nvPr/>
          </p:nvSpPr>
          <p:spPr>
            <a:xfrm rot="10800000">
              <a:off x="389655" y="5845271"/>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51" name="Google Shape;578;p3"/>
            <p:cNvSpPr/>
            <p:nvPr/>
          </p:nvSpPr>
          <p:spPr>
            <a:xfrm rot="10800000">
              <a:off x="389655" y="4676177"/>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52" name="Google Shape;579;p3"/>
            <p:cNvSpPr/>
            <p:nvPr/>
          </p:nvSpPr>
          <p:spPr>
            <a:xfrm rot="10800000">
              <a:off x="389655" y="4286523"/>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53" name="Google Shape;580;p3"/>
            <p:cNvSpPr/>
            <p:nvPr/>
          </p:nvSpPr>
          <p:spPr>
            <a:xfrm rot="10800000">
              <a:off x="389655" y="3896804"/>
              <a:ext cx="314314"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54" name="Google Shape;581;p3"/>
            <p:cNvSpPr/>
            <p:nvPr/>
          </p:nvSpPr>
          <p:spPr>
            <a:xfrm rot="10800000">
              <a:off x="389655" y="3117430"/>
              <a:ext cx="314314"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55" name="Google Shape;582;p3"/>
            <p:cNvSpPr/>
            <p:nvPr/>
          </p:nvSpPr>
          <p:spPr>
            <a:xfrm rot="10800000">
              <a:off x="389655" y="2727775"/>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56" name="Google Shape;583;p3"/>
            <p:cNvSpPr/>
            <p:nvPr/>
          </p:nvSpPr>
          <p:spPr>
            <a:xfrm rot="10800000">
              <a:off x="389655" y="2338121"/>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57" name="Google Shape;584;p3"/>
            <p:cNvSpPr/>
            <p:nvPr/>
          </p:nvSpPr>
          <p:spPr>
            <a:xfrm rot="10800000">
              <a:off x="389655" y="1948402"/>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58" name="Google Shape;585;p3"/>
            <p:cNvSpPr/>
            <p:nvPr/>
          </p:nvSpPr>
          <p:spPr>
            <a:xfrm rot="10800000">
              <a:off x="389655" y="1169028"/>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59" name="Google Shape;586;p3"/>
            <p:cNvSpPr/>
            <p:nvPr/>
          </p:nvSpPr>
          <p:spPr>
            <a:xfrm rot="10800000">
              <a:off x="389655" y="779373"/>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60" name="Google Shape;587;p3"/>
            <p:cNvSpPr/>
            <p:nvPr/>
          </p:nvSpPr>
          <p:spPr>
            <a:xfrm rot="10800000">
              <a:off x="389655" y="-2"/>
              <a:ext cx="314314"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61" name="Google Shape;588;p3"/>
            <p:cNvSpPr/>
            <p:nvPr/>
          </p:nvSpPr>
          <p:spPr>
            <a:xfrm rot="10800000">
              <a:off x="-1" y="1324922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62" name="Google Shape;589;p3"/>
            <p:cNvSpPr/>
            <p:nvPr/>
          </p:nvSpPr>
          <p:spPr>
            <a:xfrm rot="10800000">
              <a:off x="-1" y="1246985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63" name="Google Shape;590;p3"/>
            <p:cNvSpPr/>
            <p:nvPr/>
          </p:nvSpPr>
          <p:spPr>
            <a:xfrm rot="10800000">
              <a:off x="-1" y="11300824"/>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64" name="Google Shape;591;p3"/>
            <p:cNvSpPr/>
            <p:nvPr/>
          </p:nvSpPr>
          <p:spPr>
            <a:xfrm rot="10800000">
              <a:off x="-1" y="1091110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65" name="Google Shape;592;p3"/>
            <p:cNvSpPr/>
            <p:nvPr/>
          </p:nvSpPr>
          <p:spPr>
            <a:xfrm rot="10800000">
              <a:off x="-1" y="10131731"/>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66" name="Google Shape;593;p3"/>
            <p:cNvSpPr/>
            <p:nvPr/>
          </p:nvSpPr>
          <p:spPr>
            <a:xfrm rot="10800000">
              <a:off x="-1" y="974207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67" name="Google Shape;594;p3"/>
            <p:cNvSpPr/>
            <p:nvPr/>
          </p:nvSpPr>
          <p:spPr>
            <a:xfrm rot="10800000">
              <a:off x="-1" y="8183328"/>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68" name="Google Shape;595;p3"/>
            <p:cNvSpPr/>
            <p:nvPr/>
          </p:nvSpPr>
          <p:spPr>
            <a:xfrm rot="10800000">
              <a:off x="-1" y="779367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69" name="Google Shape;596;p3"/>
            <p:cNvSpPr/>
            <p:nvPr/>
          </p:nvSpPr>
          <p:spPr>
            <a:xfrm rot="10800000">
              <a:off x="-1" y="7403954"/>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70" name="Google Shape;597;p3"/>
            <p:cNvSpPr/>
            <p:nvPr/>
          </p:nvSpPr>
          <p:spPr>
            <a:xfrm rot="10800000">
              <a:off x="-1" y="7014300"/>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71" name="Google Shape;598;p3"/>
            <p:cNvSpPr/>
            <p:nvPr/>
          </p:nvSpPr>
          <p:spPr>
            <a:xfrm rot="10800000">
              <a:off x="-1" y="6234926"/>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72" name="Google Shape;599;p3"/>
            <p:cNvSpPr/>
            <p:nvPr/>
          </p:nvSpPr>
          <p:spPr>
            <a:xfrm rot="10800000">
              <a:off x="-1" y="5455551"/>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73" name="Google Shape;600;p3"/>
            <p:cNvSpPr/>
            <p:nvPr/>
          </p:nvSpPr>
          <p:spPr>
            <a:xfrm rot="10800000">
              <a:off x="-1" y="506589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74" name="Google Shape;601;p3"/>
            <p:cNvSpPr/>
            <p:nvPr/>
          </p:nvSpPr>
          <p:spPr>
            <a:xfrm rot="10800000">
              <a:off x="-1" y="428652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75" name="Google Shape;602;p3"/>
            <p:cNvSpPr/>
            <p:nvPr/>
          </p:nvSpPr>
          <p:spPr>
            <a:xfrm rot="10800000">
              <a:off x="-1" y="3896804"/>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76" name="Google Shape;603;p3"/>
            <p:cNvSpPr/>
            <p:nvPr/>
          </p:nvSpPr>
          <p:spPr>
            <a:xfrm rot="10800000">
              <a:off x="-1" y="3507149"/>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77" name="Google Shape;604;p3"/>
            <p:cNvSpPr/>
            <p:nvPr/>
          </p:nvSpPr>
          <p:spPr>
            <a:xfrm rot="10800000">
              <a:off x="-1" y="3117430"/>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78" name="Google Shape;605;p3"/>
            <p:cNvSpPr/>
            <p:nvPr/>
          </p:nvSpPr>
          <p:spPr>
            <a:xfrm rot="10800000">
              <a:off x="-1" y="1948402"/>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79" name="Google Shape;606;p3"/>
            <p:cNvSpPr/>
            <p:nvPr/>
          </p:nvSpPr>
          <p:spPr>
            <a:xfrm rot="10800000">
              <a:off x="-1" y="1558747"/>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80" name="Google Shape;607;p3"/>
            <p:cNvSpPr/>
            <p:nvPr/>
          </p:nvSpPr>
          <p:spPr>
            <a:xfrm rot="10800000">
              <a:off x="-1" y="779373"/>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81" name="Google Shape;608;p3"/>
            <p:cNvSpPr/>
            <p:nvPr/>
          </p:nvSpPr>
          <p:spPr>
            <a:xfrm rot="10800000">
              <a:off x="-1" y="389654"/>
              <a:ext cx="314250" cy="314314"/>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82" name="Google Shape;609;p3"/>
            <p:cNvSpPr/>
            <p:nvPr/>
          </p:nvSpPr>
          <p:spPr>
            <a:xfrm rot="10800000">
              <a:off x="-1" y="-2"/>
              <a:ext cx="314250" cy="314250"/>
            </a:xfrm>
            <a:prstGeom prst="rect">
              <a:avLst/>
            </a:prstGeom>
            <a:solidFill>
              <a:srgbClr val="01597F"/>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grpSp>
      <p:grpSp>
        <p:nvGrpSpPr>
          <p:cNvPr id="903" name="Google Shape;610;p3"/>
          <p:cNvGrpSpPr/>
          <p:nvPr/>
        </p:nvGrpSpPr>
        <p:grpSpPr>
          <a:xfrm>
            <a:off x="17758823" y="76525"/>
            <a:ext cx="6159523" cy="13563479"/>
            <a:chOff x="0" y="-1"/>
            <a:chExt cx="6159522" cy="13563477"/>
          </a:xfrm>
        </p:grpSpPr>
        <p:sp>
          <p:nvSpPr>
            <p:cNvPr id="784" name="Google Shape;611;p3"/>
            <p:cNvSpPr/>
            <p:nvPr/>
          </p:nvSpPr>
          <p:spPr>
            <a:xfrm rot="10800000">
              <a:off x="5845207" y="13249226"/>
              <a:ext cx="314315"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85" name="Google Shape;612;p3"/>
            <p:cNvSpPr/>
            <p:nvPr/>
          </p:nvSpPr>
          <p:spPr>
            <a:xfrm rot="10800000">
              <a:off x="5845207" y="12080198"/>
              <a:ext cx="314315"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86" name="Google Shape;613;p3"/>
            <p:cNvSpPr/>
            <p:nvPr/>
          </p:nvSpPr>
          <p:spPr>
            <a:xfrm rot="10800000">
              <a:off x="5845207" y="11300824"/>
              <a:ext cx="314315"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87" name="Google Shape;614;p3"/>
            <p:cNvSpPr/>
            <p:nvPr/>
          </p:nvSpPr>
          <p:spPr>
            <a:xfrm rot="10800000">
              <a:off x="5845207" y="10131731"/>
              <a:ext cx="314315"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88" name="Google Shape;615;p3"/>
            <p:cNvSpPr/>
            <p:nvPr/>
          </p:nvSpPr>
          <p:spPr>
            <a:xfrm rot="10800000">
              <a:off x="5845207" y="9742076"/>
              <a:ext cx="314315"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89" name="Google Shape;616;p3"/>
            <p:cNvSpPr/>
            <p:nvPr/>
          </p:nvSpPr>
          <p:spPr>
            <a:xfrm rot="10800000">
              <a:off x="5845207" y="8573047"/>
              <a:ext cx="314315"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90" name="Google Shape;617;p3"/>
            <p:cNvSpPr/>
            <p:nvPr/>
          </p:nvSpPr>
          <p:spPr>
            <a:xfrm rot="10800000">
              <a:off x="5845207" y="7014300"/>
              <a:ext cx="314315"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91" name="Google Shape;618;p3"/>
            <p:cNvSpPr/>
            <p:nvPr/>
          </p:nvSpPr>
          <p:spPr>
            <a:xfrm rot="10800000">
              <a:off x="5845207" y="5455551"/>
              <a:ext cx="314315"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92" name="Google Shape;619;p3"/>
            <p:cNvSpPr/>
            <p:nvPr/>
          </p:nvSpPr>
          <p:spPr>
            <a:xfrm rot="10800000">
              <a:off x="5845207" y="5065897"/>
              <a:ext cx="314315"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93" name="Google Shape;620;p3"/>
            <p:cNvSpPr/>
            <p:nvPr/>
          </p:nvSpPr>
          <p:spPr>
            <a:xfrm rot="10800000">
              <a:off x="5845207" y="3507149"/>
              <a:ext cx="314315"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94" name="Google Shape;621;p3"/>
            <p:cNvSpPr/>
            <p:nvPr/>
          </p:nvSpPr>
          <p:spPr>
            <a:xfrm rot="10800000">
              <a:off x="5845207" y="1558747"/>
              <a:ext cx="314315"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95" name="Google Shape;622;p3"/>
            <p:cNvSpPr/>
            <p:nvPr/>
          </p:nvSpPr>
          <p:spPr>
            <a:xfrm rot="10800000">
              <a:off x="5845207" y="389654"/>
              <a:ext cx="314315"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96" name="Google Shape;623;p3"/>
            <p:cNvSpPr/>
            <p:nvPr/>
          </p:nvSpPr>
          <p:spPr>
            <a:xfrm rot="10800000">
              <a:off x="5455552" y="12859506"/>
              <a:ext cx="314250" cy="314315"/>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97" name="Google Shape;624;p3"/>
            <p:cNvSpPr/>
            <p:nvPr/>
          </p:nvSpPr>
          <p:spPr>
            <a:xfrm rot="10800000">
              <a:off x="5455552" y="1208019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98" name="Google Shape;625;p3"/>
            <p:cNvSpPr/>
            <p:nvPr/>
          </p:nvSpPr>
          <p:spPr>
            <a:xfrm rot="10800000">
              <a:off x="5455552" y="11690479"/>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799" name="Google Shape;626;p3"/>
            <p:cNvSpPr/>
            <p:nvPr/>
          </p:nvSpPr>
          <p:spPr>
            <a:xfrm rot="10800000">
              <a:off x="5455552" y="10521450"/>
              <a:ext cx="314250" cy="314249"/>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00" name="Google Shape;627;p3"/>
            <p:cNvSpPr/>
            <p:nvPr/>
          </p:nvSpPr>
          <p:spPr>
            <a:xfrm rot="10800000">
              <a:off x="5455552" y="9352357"/>
              <a:ext cx="314250" cy="314315"/>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01" name="Google Shape;628;p3"/>
            <p:cNvSpPr/>
            <p:nvPr/>
          </p:nvSpPr>
          <p:spPr>
            <a:xfrm rot="10800000">
              <a:off x="5455552" y="896270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02" name="Google Shape;629;p3"/>
            <p:cNvSpPr/>
            <p:nvPr/>
          </p:nvSpPr>
          <p:spPr>
            <a:xfrm rot="10800000">
              <a:off x="5455552" y="857304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03" name="Google Shape;630;p3"/>
            <p:cNvSpPr/>
            <p:nvPr/>
          </p:nvSpPr>
          <p:spPr>
            <a:xfrm rot="10800000">
              <a:off x="5455552" y="6624580"/>
              <a:ext cx="314250" cy="314315"/>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04" name="Google Shape;631;p3"/>
            <p:cNvSpPr/>
            <p:nvPr/>
          </p:nvSpPr>
          <p:spPr>
            <a:xfrm rot="10800000">
              <a:off x="5455552" y="584527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05" name="Google Shape;632;p3"/>
            <p:cNvSpPr/>
            <p:nvPr/>
          </p:nvSpPr>
          <p:spPr>
            <a:xfrm rot="10800000">
              <a:off x="5455552" y="467617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06" name="Google Shape;633;p3"/>
            <p:cNvSpPr/>
            <p:nvPr/>
          </p:nvSpPr>
          <p:spPr>
            <a:xfrm rot="10800000">
              <a:off x="5455552" y="2727775"/>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07" name="Google Shape;634;p3"/>
            <p:cNvSpPr/>
            <p:nvPr/>
          </p:nvSpPr>
          <p:spPr>
            <a:xfrm rot="10800000">
              <a:off x="5455552" y="233812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08" name="Google Shape;635;p3"/>
            <p:cNvSpPr/>
            <p:nvPr/>
          </p:nvSpPr>
          <p:spPr>
            <a:xfrm rot="10800000">
              <a:off x="5455552" y="116902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09" name="Google Shape;636;p3"/>
            <p:cNvSpPr/>
            <p:nvPr/>
          </p:nvSpPr>
          <p:spPr>
            <a:xfrm rot="10800000">
              <a:off x="5065898" y="13249226"/>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10" name="Google Shape;637;p3"/>
            <p:cNvSpPr/>
            <p:nvPr/>
          </p:nvSpPr>
          <p:spPr>
            <a:xfrm rot="10800000">
              <a:off x="5065898" y="1246985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11" name="Google Shape;638;p3"/>
            <p:cNvSpPr/>
            <p:nvPr/>
          </p:nvSpPr>
          <p:spPr>
            <a:xfrm rot="10800000">
              <a:off x="5065898" y="11300824"/>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12" name="Google Shape;639;p3"/>
            <p:cNvSpPr/>
            <p:nvPr/>
          </p:nvSpPr>
          <p:spPr>
            <a:xfrm rot="10800000">
              <a:off x="5065898" y="1091110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13" name="Google Shape;640;p3"/>
            <p:cNvSpPr/>
            <p:nvPr/>
          </p:nvSpPr>
          <p:spPr>
            <a:xfrm rot="10800000">
              <a:off x="5065898" y="10131731"/>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14" name="Google Shape;641;p3"/>
            <p:cNvSpPr/>
            <p:nvPr/>
          </p:nvSpPr>
          <p:spPr>
            <a:xfrm rot="10800000">
              <a:off x="5065898" y="9742076"/>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15" name="Google Shape;642;p3"/>
            <p:cNvSpPr/>
            <p:nvPr/>
          </p:nvSpPr>
          <p:spPr>
            <a:xfrm rot="10800000">
              <a:off x="5065898" y="818332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16" name="Google Shape;643;p3"/>
            <p:cNvSpPr/>
            <p:nvPr/>
          </p:nvSpPr>
          <p:spPr>
            <a:xfrm rot="10800000">
              <a:off x="5065898" y="779367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17" name="Google Shape;644;p3"/>
            <p:cNvSpPr/>
            <p:nvPr/>
          </p:nvSpPr>
          <p:spPr>
            <a:xfrm rot="10800000">
              <a:off x="5065898" y="7014300"/>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18" name="Google Shape;645;p3"/>
            <p:cNvSpPr/>
            <p:nvPr/>
          </p:nvSpPr>
          <p:spPr>
            <a:xfrm rot="10800000">
              <a:off x="5065898" y="6624580"/>
              <a:ext cx="314250" cy="314315"/>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19" name="Google Shape;646;p3"/>
            <p:cNvSpPr/>
            <p:nvPr/>
          </p:nvSpPr>
          <p:spPr>
            <a:xfrm rot="10800000">
              <a:off x="5065898" y="584527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20" name="Google Shape;647;p3"/>
            <p:cNvSpPr/>
            <p:nvPr/>
          </p:nvSpPr>
          <p:spPr>
            <a:xfrm rot="10800000">
              <a:off x="5065898" y="545555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21" name="Google Shape;648;p3"/>
            <p:cNvSpPr/>
            <p:nvPr/>
          </p:nvSpPr>
          <p:spPr>
            <a:xfrm rot="10800000">
              <a:off x="5065898" y="506589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22" name="Google Shape;649;p3"/>
            <p:cNvSpPr/>
            <p:nvPr/>
          </p:nvSpPr>
          <p:spPr>
            <a:xfrm rot="10800000">
              <a:off x="5065898" y="467617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23" name="Google Shape;650;p3"/>
            <p:cNvSpPr/>
            <p:nvPr/>
          </p:nvSpPr>
          <p:spPr>
            <a:xfrm rot="10800000">
              <a:off x="5065898" y="3507149"/>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24" name="Google Shape;651;p3"/>
            <p:cNvSpPr/>
            <p:nvPr/>
          </p:nvSpPr>
          <p:spPr>
            <a:xfrm rot="10800000">
              <a:off x="5065898" y="3117430"/>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25" name="Google Shape;652;p3"/>
            <p:cNvSpPr/>
            <p:nvPr/>
          </p:nvSpPr>
          <p:spPr>
            <a:xfrm rot="10800000">
              <a:off x="5065898" y="2727775"/>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26" name="Google Shape;653;p3"/>
            <p:cNvSpPr/>
            <p:nvPr/>
          </p:nvSpPr>
          <p:spPr>
            <a:xfrm rot="10800000">
              <a:off x="5065898" y="1948402"/>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27" name="Google Shape;654;p3"/>
            <p:cNvSpPr/>
            <p:nvPr/>
          </p:nvSpPr>
          <p:spPr>
            <a:xfrm rot="10800000">
              <a:off x="5065898" y="116902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28" name="Google Shape;655;p3"/>
            <p:cNvSpPr/>
            <p:nvPr/>
          </p:nvSpPr>
          <p:spPr>
            <a:xfrm rot="10800000">
              <a:off x="5065898" y="-2"/>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29" name="Google Shape;656;p3"/>
            <p:cNvSpPr/>
            <p:nvPr/>
          </p:nvSpPr>
          <p:spPr>
            <a:xfrm rot="10800000">
              <a:off x="4676178" y="13249226"/>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30" name="Google Shape;657;p3"/>
            <p:cNvSpPr/>
            <p:nvPr/>
          </p:nvSpPr>
          <p:spPr>
            <a:xfrm rot="10800000">
              <a:off x="4676178" y="1246985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31" name="Google Shape;658;p3"/>
            <p:cNvSpPr/>
            <p:nvPr/>
          </p:nvSpPr>
          <p:spPr>
            <a:xfrm rot="10800000">
              <a:off x="4676178" y="1208019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32" name="Google Shape;659;p3"/>
            <p:cNvSpPr/>
            <p:nvPr/>
          </p:nvSpPr>
          <p:spPr>
            <a:xfrm rot="10800000">
              <a:off x="4676178" y="11690479"/>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33" name="Google Shape;660;p3"/>
            <p:cNvSpPr/>
            <p:nvPr/>
          </p:nvSpPr>
          <p:spPr>
            <a:xfrm rot="10800000">
              <a:off x="4676178" y="11300824"/>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34" name="Google Shape;661;p3"/>
            <p:cNvSpPr/>
            <p:nvPr/>
          </p:nvSpPr>
          <p:spPr>
            <a:xfrm rot="10800000">
              <a:off x="4676178" y="1091110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35" name="Google Shape;662;p3"/>
            <p:cNvSpPr/>
            <p:nvPr/>
          </p:nvSpPr>
          <p:spPr>
            <a:xfrm rot="10800000">
              <a:off x="4676178" y="10521450"/>
              <a:ext cx="314250" cy="314249"/>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36" name="Google Shape;663;p3"/>
            <p:cNvSpPr/>
            <p:nvPr/>
          </p:nvSpPr>
          <p:spPr>
            <a:xfrm rot="10800000">
              <a:off x="4676178" y="10131731"/>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37" name="Google Shape;664;p3"/>
            <p:cNvSpPr/>
            <p:nvPr/>
          </p:nvSpPr>
          <p:spPr>
            <a:xfrm rot="10800000">
              <a:off x="4676178" y="9742076"/>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38" name="Google Shape;665;p3"/>
            <p:cNvSpPr/>
            <p:nvPr/>
          </p:nvSpPr>
          <p:spPr>
            <a:xfrm rot="10800000">
              <a:off x="4676178" y="9352357"/>
              <a:ext cx="314250" cy="314315"/>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39" name="Google Shape;666;p3"/>
            <p:cNvSpPr/>
            <p:nvPr/>
          </p:nvSpPr>
          <p:spPr>
            <a:xfrm rot="10800000">
              <a:off x="4676178" y="896270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40" name="Google Shape;667;p3"/>
            <p:cNvSpPr/>
            <p:nvPr/>
          </p:nvSpPr>
          <p:spPr>
            <a:xfrm rot="10800000">
              <a:off x="4676178" y="857304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41" name="Google Shape;668;p3"/>
            <p:cNvSpPr/>
            <p:nvPr/>
          </p:nvSpPr>
          <p:spPr>
            <a:xfrm rot="10800000">
              <a:off x="4676178" y="818332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42" name="Google Shape;669;p3"/>
            <p:cNvSpPr/>
            <p:nvPr/>
          </p:nvSpPr>
          <p:spPr>
            <a:xfrm rot="10800000">
              <a:off x="4676178" y="7403954"/>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43" name="Google Shape;670;p3"/>
            <p:cNvSpPr/>
            <p:nvPr/>
          </p:nvSpPr>
          <p:spPr>
            <a:xfrm rot="10800000">
              <a:off x="4676178" y="7014300"/>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44" name="Google Shape;671;p3"/>
            <p:cNvSpPr/>
            <p:nvPr/>
          </p:nvSpPr>
          <p:spPr>
            <a:xfrm rot="10800000">
              <a:off x="4676178" y="6234926"/>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45" name="Google Shape;672;p3"/>
            <p:cNvSpPr/>
            <p:nvPr/>
          </p:nvSpPr>
          <p:spPr>
            <a:xfrm rot="10800000">
              <a:off x="4676178" y="584527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46" name="Google Shape;673;p3"/>
            <p:cNvSpPr/>
            <p:nvPr/>
          </p:nvSpPr>
          <p:spPr>
            <a:xfrm rot="10800000">
              <a:off x="4676178" y="545555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47" name="Google Shape;674;p3"/>
            <p:cNvSpPr/>
            <p:nvPr/>
          </p:nvSpPr>
          <p:spPr>
            <a:xfrm rot="10800000">
              <a:off x="4676178" y="506589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48" name="Google Shape;675;p3"/>
            <p:cNvSpPr/>
            <p:nvPr/>
          </p:nvSpPr>
          <p:spPr>
            <a:xfrm rot="10800000">
              <a:off x="4676178" y="467617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49" name="Google Shape;676;p3"/>
            <p:cNvSpPr/>
            <p:nvPr/>
          </p:nvSpPr>
          <p:spPr>
            <a:xfrm rot="10800000">
              <a:off x="4676178" y="428652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50" name="Google Shape;677;p3"/>
            <p:cNvSpPr/>
            <p:nvPr/>
          </p:nvSpPr>
          <p:spPr>
            <a:xfrm rot="10800000">
              <a:off x="4676178" y="3896804"/>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51" name="Google Shape;678;p3"/>
            <p:cNvSpPr/>
            <p:nvPr/>
          </p:nvSpPr>
          <p:spPr>
            <a:xfrm rot="10800000">
              <a:off x="4676178" y="3507149"/>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52" name="Google Shape;679;p3"/>
            <p:cNvSpPr/>
            <p:nvPr/>
          </p:nvSpPr>
          <p:spPr>
            <a:xfrm rot="10800000">
              <a:off x="4676178" y="2727775"/>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53" name="Google Shape;680;p3"/>
            <p:cNvSpPr/>
            <p:nvPr/>
          </p:nvSpPr>
          <p:spPr>
            <a:xfrm rot="10800000">
              <a:off x="4676178" y="233812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54" name="Google Shape;681;p3"/>
            <p:cNvSpPr/>
            <p:nvPr/>
          </p:nvSpPr>
          <p:spPr>
            <a:xfrm rot="10800000">
              <a:off x="4676178" y="1948402"/>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55" name="Google Shape;682;p3"/>
            <p:cNvSpPr/>
            <p:nvPr/>
          </p:nvSpPr>
          <p:spPr>
            <a:xfrm rot="10800000">
              <a:off x="4676178" y="155874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56" name="Google Shape;683;p3"/>
            <p:cNvSpPr/>
            <p:nvPr/>
          </p:nvSpPr>
          <p:spPr>
            <a:xfrm rot="10800000">
              <a:off x="4676178" y="116902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57" name="Google Shape;684;p3"/>
            <p:cNvSpPr/>
            <p:nvPr/>
          </p:nvSpPr>
          <p:spPr>
            <a:xfrm rot="10800000">
              <a:off x="4676178" y="77937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58" name="Google Shape;685;p3"/>
            <p:cNvSpPr/>
            <p:nvPr/>
          </p:nvSpPr>
          <p:spPr>
            <a:xfrm rot="10800000">
              <a:off x="4676178" y="389654"/>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59" name="Google Shape;686;p3"/>
            <p:cNvSpPr/>
            <p:nvPr/>
          </p:nvSpPr>
          <p:spPr>
            <a:xfrm rot="10800000">
              <a:off x="4676178" y="-2"/>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60" name="Google Shape;687;p3"/>
            <p:cNvSpPr/>
            <p:nvPr/>
          </p:nvSpPr>
          <p:spPr>
            <a:xfrm rot="10800000">
              <a:off x="4286524" y="13249226"/>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61" name="Google Shape;688;p3"/>
            <p:cNvSpPr/>
            <p:nvPr/>
          </p:nvSpPr>
          <p:spPr>
            <a:xfrm rot="10800000">
              <a:off x="4286524" y="11690479"/>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62" name="Google Shape;689;p3"/>
            <p:cNvSpPr/>
            <p:nvPr/>
          </p:nvSpPr>
          <p:spPr>
            <a:xfrm rot="10800000">
              <a:off x="4286524" y="11300824"/>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63" name="Google Shape;690;p3"/>
            <p:cNvSpPr/>
            <p:nvPr/>
          </p:nvSpPr>
          <p:spPr>
            <a:xfrm rot="10800000">
              <a:off x="4286524" y="10131731"/>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64" name="Google Shape;691;p3"/>
            <p:cNvSpPr/>
            <p:nvPr/>
          </p:nvSpPr>
          <p:spPr>
            <a:xfrm rot="10800000">
              <a:off x="4286524" y="9352357"/>
              <a:ext cx="314250" cy="314315"/>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65" name="Google Shape;692;p3"/>
            <p:cNvSpPr/>
            <p:nvPr/>
          </p:nvSpPr>
          <p:spPr>
            <a:xfrm rot="10800000">
              <a:off x="4286524" y="818332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66" name="Google Shape;693;p3"/>
            <p:cNvSpPr/>
            <p:nvPr/>
          </p:nvSpPr>
          <p:spPr>
            <a:xfrm rot="10800000">
              <a:off x="4286524" y="7403954"/>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67" name="Google Shape;694;p3"/>
            <p:cNvSpPr/>
            <p:nvPr/>
          </p:nvSpPr>
          <p:spPr>
            <a:xfrm rot="10800000">
              <a:off x="4286524" y="6624580"/>
              <a:ext cx="314250" cy="314315"/>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68" name="Google Shape;695;p3"/>
            <p:cNvSpPr/>
            <p:nvPr/>
          </p:nvSpPr>
          <p:spPr>
            <a:xfrm rot="10800000">
              <a:off x="4286524" y="6234926"/>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69" name="Google Shape;696;p3"/>
            <p:cNvSpPr/>
            <p:nvPr/>
          </p:nvSpPr>
          <p:spPr>
            <a:xfrm rot="10800000">
              <a:off x="4286524" y="545555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70" name="Google Shape;697;p3"/>
            <p:cNvSpPr/>
            <p:nvPr/>
          </p:nvSpPr>
          <p:spPr>
            <a:xfrm rot="10800000">
              <a:off x="4286524" y="506589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71" name="Google Shape;698;p3"/>
            <p:cNvSpPr/>
            <p:nvPr/>
          </p:nvSpPr>
          <p:spPr>
            <a:xfrm rot="10800000">
              <a:off x="4286524" y="428652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72" name="Google Shape;699;p3"/>
            <p:cNvSpPr/>
            <p:nvPr/>
          </p:nvSpPr>
          <p:spPr>
            <a:xfrm rot="10800000">
              <a:off x="4286524" y="3896804"/>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73" name="Google Shape;700;p3"/>
            <p:cNvSpPr/>
            <p:nvPr/>
          </p:nvSpPr>
          <p:spPr>
            <a:xfrm rot="10800000">
              <a:off x="4286524" y="3117430"/>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74" name="Google Shape;701;p3"/>
            <p:cNvSpPr/>
            <p:nvPr/>
          </p:nvSpPr>
          <p:spPr>
            <a:xfrm rot="10800000">
              <a:off x="4286524" y="2727775"/>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75" name="Google Shape;702;p3"/>
            <p:cNvSpPr/>
            <p:nvPr/>
          </p:nvSpPr>
          <p:spPr>
            <a:xfrm rot="10800000">
              <a:off x="4286524" y="233812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76" name="Google Shape;703;p3"/>
            <p:cNvSpPr/>
            <p:nvPr/>
          </p:nvSpPr>
          <p:spPr>
            <a:xfrm rot="10800000">
              <a:off x="4286524" y="1948402"/>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77" name="Google Shape;704;p3"/>
            <p:cNvSpPr/>
            <p:nvPr/>
          </p:nvSpPr>
          <p:spPr>
            <a:xfrm rot="10800000">
              <a:off x="4286524" y="116902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78" name="Google Shape;705;p3"/>
            <p:cNvSpPr/>
            <p:nvPr/>
          </p:nvSpPr>
          <p:spPr>
            <a:xfrm rot="10800000">
              <a:off x="4286524" y="389654"/>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79" name="Google Shape;706;p3"/>
            <p:cNvSpPr/>
            <p:nvPr/>
          </p:nvSpPr>
          <p:spPr>
            <a:xfrm rot="10800000">
              <a:off x="3896804" y="13249226"/>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80" name="Google Shape;707;p3"/>
            <p:cNvSpPr/>
            <p:nvPr/>
          </p:nvSpPr>
          <p:spPr>
            <a:xfrm rot="10800000">
              <a:off x="3896804" y="11690479"/>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81" name="Google Shape;708;p3"/>
            <p:cNvSpPr/>
            <p:nvPr/>
          </p:nvSpPr>
          <p:spPr>
            <a:xfrm rot="10800000">
              <a:off x="3896804" y="1091110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82" name="Google Shape;709;p3"/>
            <p:cNvSpPr/>
            <p:nvPr/>
          </p:nvSpPr>
          <p:spPr>
            <a:xfrm rot="10800000">
              <a:off x="3896804" y="10131731"/>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83" name="Google Shape;710;p3"/>
            <p:cNvSpPr/>
            <p:nvPr/>
          </p:nvSpPr>
          <p:spPr>
            <a:xfrm rot="10800000">
              <a:off x="3896804" y="8962701"/>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84" name="Google Shape;711;p3"/>
            <p:cNvSpPr/>
            <p:nvPr/>
          </p:nvSpPr>
          <p:spPr>
            <a:xfrm rot="10800000">
              <a:off x="3896804" y="7403954"/>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85" name="Google Shape;712;p3"/>
            <p:cNvSpPr/>
            <p:nvPr/>
          </p:nvSpPr>
          <p:spPr>
            <a:xfrm rot="10800000">
              <a:off x="3896804" y="7014300"/>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86" name="Google Shape;713;p3"/>
            <p:cNvSpPr/>
            <p:nvPr/>
          </p:nvSpPr>
          <p:spPr>
            <a:xfrm rot="10800000">
              <a:off x="3896804" y="428652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87" name="Google Shape;714;p3"/>
            <p:cNvSpPr/>
            <p:nvPr/>
          </p:nvSpPr>
          <p:spPr>
            <a:xfrm rot="10800000">
              <a:off x="3896804" y="3117430"/>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88" name="Google Shape;715;p3"/>
            <p:cNvSpPr/>
            <p:nvPr/>
          </p:nvSpPr>
          <p:spPr>
            <a:xfrm rot="10800000">
              <a:off x="3896804" y="1169028"/>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89" name="Google Shape;716;p3"/>
            <p:cNvSpPr/>
            <p:nvPr/>
          </p:nvSpPr>
          <p:spPr>
            <a:xfrm rot="10800000">
              <a:off x="3896804" y="-2"/>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90" name="Google Shape;717;p3"/>
            <p:cNvSpPr/>
            <p:nvPr/>
          </p:nvSpPr>
          <p:spPr>
            <a:xfrm rot="10800000">
              <a:off x="3507149" y="12859506"/>
              <a:ext cx="314250" cy="314315"/>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91" name="Google Shape;718;p3"/>
            <p:cNvSpPr/>
            <p:nvPr/>
          </p:nvSpPr>
          <p:spPr>
            <a:xfrm rot="10800000">
              <a:off x="3507149" y="11690479"/>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92" name="Google Shape;719;p3"/>
            <p:cNvSpPr/>
            <p:nvPr/>
          </p:nvSpPr>
          <p:spPr>
            <a:xfrm rot="10800000">
              <a:off x="3507149" y="506589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93" name="Google Shape;720;p3"/>
            <p:cNvSpPr/>
            <p:nvPr/>
          </p:nvSpPr>
          <p:spPr>
            <a:xfrm rot="10800000">
              <a:off x="3507149" y="1948402"/>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94" name="Google Shape;721;p3"/>
            <p:cNvSpPr/>
            <p:nvPr/>
          </p:nvSpPr>
          <p:spPr>
            <a:xfrm rot="10800000">
              <a:off x="3507149" y="389654"/>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95" name="Google Shape;722;p3"/>
            <p:cNvSpPr/>
            <p:nvPr/>
          </p:nvSpPr>
          <p:spPr>
            <a:xfrm rot="10800000">
              <a:off x="3117430" y="12080198"/>
              <a:ext cx="314315"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96" name="Google Shape;723;p3"/>
            <p:cNvSpPr/>
            <p:nvPr/>
          </p:nvSpPr>
          <p:spPr>
            <a:xfrm rot="10800000">
              <a:off x="3117430" y="8962701"/>
              <a:ext cx="314315"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97" name="Google Shape;724;p3"/>
            <p:cNvSpPr/>
            <p:nvPr/>
          </p:nvSpPr>
          <p:spPr>
            <a:xfrm rot="10800000">
              <a:off x="3117430" y="6624580"/>
              <a:ext cx="314315" cy="314315"/>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98" name="Google Shape;725;p3"/>
            <p:cNvSpPr/>
            <p:nvPr/>
          </p:nvSpPr>
          <p:spPr>
            <a:xfrm rot="10800000">
              <a:off x="2727775" y="779373"/>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899" name="Google Shape;726;p3"/>
            <p:cNvSpPr/>
            <p:nvPr/>
          </p:nvSpPr>
          <p:spPr>
            <a:xfrm rot="10800000">
              <a:off x="2338121" y="1558747"/>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00" name="Google Shape;727;p3"/>
            <p:cNvSpPr/>
            <p:nvPr/>
          </p:nvSpPr>
          <p:spPr>
            <a:xfrm rot="10800000">
              <a:off x="1558747" y="7014300"/>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01" name="Google Shape;728;p3"/>
            <p:cNvSpPr/>
            <p:nvPr/>
          </p:nvSpPr>
          <p:spPr>
            <a:xfrm rot="10800000">
              <a:off x="1558747" y="389654"/>
              <a:ext cx="314250" cy="314314"/>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02" name="Google Shape;729;p3"/>
            <p:cNvSpPr/>
            <p:nvPr/>
          </p:nvSpPr>
          <p:spPr>
            <a:xfrm rot="10800000">
              <a:off x="-1" y="11300824"/>
              <a:ext cx="314250" cy="314250"/>
            </a:xfrm>
            <a:prstGeom prst="rect">
              <a:avLst/>
            </a:prstGeom>
            <a:solidFill>
              <a:srgbClr val="0B87A1"/>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grpSp>
      <p:grpSp>
        <p:nvGrpSpPr>
          <p:cNvPr id="1113" name="Google Shape;730;p3"/>
          <p:cNvGrpSpPr/>
          <p:nvPr/>
        </p:nvGrpSpPr>
        <p:grpSpPr>
          <a:xfrm>
            <a:off x="16979450" y="76525"/>
            <a:ext cx="5380146" cy="13563479"/>
            <a:chOff x="0" y="-1"/>
            <a:chExt cx="5380145" cy="13563477"/>
          </a:xfrm>
        </p:grpSpPr>
        <p:sp>
          <p:nvSpPr>
            <p:cNvPr id="904" name="Google Shape;731;p3"/>
            <p:cNvSpPr/>
            <p:nvPr/>
          </p:nvSpPr>
          <p:spPr>
            <a:xfrm rot="10800000">
              <a:off x="5065896" y="10521450"/>
              <a:ext cx="314249" cy="314249"/>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05" name="Google Shape;732;p3"/>
            <p:cNvSpPr/>
            <p:nvPr/>
          </p:nvSpPr>
          <p:spPr>
            <a:xfrm rot="10800000">
              <a:off x="5065896" y="9742076"/>
              <a:ext cx="314249"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06" name="Google Shape;733;p3"/>
            <p:cNvSpPr/>
            <p:nvPr/>
          </p:nvSpPr>
          <p:spPr>
            <a:xfrm rot="10800000">
              <a:off x="5065896" y="7014300"/>
              <a:ext cx="314249"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07" name="Google Shape;734;p3"/>
            <p:cNvSpPr/>
            <p:nvPr/>
          </p:nvSpPr>
          <p:spPr>
            <a:xfrm rot="10800000">
              <a:off x="5065896" y="3507149"/>
              <a:ext cx="314249"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08" name="Google Shape;735;p3"/>
            <p:cNvSpPr/>
            <p:nvPr/>
          </p:nvSpPr>
          <p:spPr>
            <a:xfrm rot="10800000">
              <a:off x="5065896" y="1558747"/>
              <a:ext cx="314249"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09" name="Google Shape;736;p3"/>
            <p:cNvSpPr/>
            <p:nvPr/>
          </p:nvSpPr>
          <p:spPr>
            <a:xfrm rot="10800000">
              <a:off x="5065896" y="779373"/>
              <a:ext cx="314249"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10" name="Google Shape;737;p3"/>
            <p:cNvSpPr/>
            <p:nvPr/>
          </p:nvSpPr>
          <p:spPr>
            <a:xfrm rot="10800000">
              <a:off x="4676177" y="1246985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11" name="Google Shape;738;p3"/>
            <p:cNvSpPr/>
            <p:nvPr/>
          </p:nvSpPr>
          <p:spPr>
            <a:xfrm rot="10800000">
              <a:off x="4676177" y="10521450"/>
              <a:ext cx="314250" cy="314249"/>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12" name="Google Shape;739;p3"/>
            <p:cNvSpPr/>
            <p:nvPr/>
          </p:nvSpPr>
          <p:spPr>
            <a:xfrm rot="10800000">
              <a:off x="4676177" y="6624580"/>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13" name="Google Shape;740;p3"/>
            <p:cNvSpPr/>
            <p:nvPr/>
          </p:nvSpPr>
          <p:spPr>
            <a:xfrm rot="10800000">
              <a:off x="4676177" y="506589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14" name="Google Shape;741;p3"/>
            <p:cNvSpPr/>
            <p:nvPr/>
          </p:nvSpPr>
          <p:spPr>
            <a:xfrm rot="10800000">
              <a:off x="4676177" y="467617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15" name="Google Shape;742;p3"/>
            <p:cNvSpPr/>
            <p:nvPr/>
          </p:nvSpPr>
          <p:spPr>
            <a:xfrm rot="10800000">
              <a:off x="4676177" y="2727775"/>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16" name="Google Shape;743;p3"/>
            <p:cNvSpPr/>
            <p:nvPr/>
          </p:nvSpPr>
          <p:spPr>
            <a:xfrm rot="10800000">
              <a:off x="4676177" y="389654"/>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17" name="Google Shape;744;p3"/>
            <p:cNvSpPr/>
            <p:nvPr/>
          </p:nvSpPr>
          <p:spPr>
            <a:xfrm rot="10800000">
              <a:off x="4286522" y="1324922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18" name="Google Shape;745;p3"/>
            <p:cNvSpPr/>
            <p:nvPr/>
          </p:nvSpPr>
          <p:spPr>
            <a:xfrm rot="10800000">
              <a:off x="4286522" y="10131731"/>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19" name="Google Shape;746;p3"/>
            <p:cNvSpPr/>
            <p:nvPr/>
          </p:nvSpPr>
          <p:spPr>
            <a:xfrm rot="10800000">
              <a:off x="4286522" y="9352357"/>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20" name="Google Shape;747;p3"/>
            <p:cNvSpPr/>
            <p:nvPr/>
          </p:nvSpPr>
          <p:spPr>
            <a:xfrm rot="10800000">
              <a:off x="4286522" y="896270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21" name="Google Shape;748;p3"/>
            <p:cNvSpPr/>
            <p:nvPr/>
          </p:nvSpPr>
          <p:spPr>
            <a:xfrm rot="10800000">
              <a:off x="4286522" y="857304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22" name="Google Shape;749;p3"/>
            <p:cNvSpPr/>
            <p:nvPr/>
          </p:nvSpPr>
          <p:spPr>
            <a:xfrm rot="10800000">
              <a:off x="4286522" y="8183328"/>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23" name="Google Shape;750;p3"/>
            <p:cNvSpPr/>
            <p:nvPr/>
          </p:nvSpPr>
          <p:spPr>
            <a:xfrm rot="10800000">
              <a:off x="4286522" y="779367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24" name="Google Shape;751;p3"/>
            <p:cNvSpPr/>
            <p:nvPr/>
          </p:nvSpPr>
          <p:spPr>
            <a:xfrm rot="10800000">
              <a:off x="4286522" y="7403954"/>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25" name="Google Shape;752;p3"/>
            <p:cNvSpPr/>
            <p:nvPr/>
          </p:nvSpPr>
          <p:spPr>
            <a:xfrm rot="10800000">
              <a:off x="4286522" y="7014300"/>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26" name="Google Shape;753;p3"/>
            <p:cNvSpPr/>
            <p:nvPr/>
          </p:nvSpPr>
          <p:spPr>
            <a:xfrm rot="10800000">
              <a:off x="4286522" y="6624580"/>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27" name="Google Shape;754;p3"/>
            <p:cNvSpPr/>
            <p:nvPr/>
          </p:nvSpPr>
          <p:spPr>
            <a:xfrm rot="10800000">
              <a:off x="4286522" y="623492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28" name="Google Shape;755;p3"/>
            <p:cNvSpPr/>
            <p:nvPr/>
          </p:nvSpPr>
          <p:spPr>
            <a:xfrm rot="10800000">
              <a:off x="4286522" y="584527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29" name="Google Shape;756;p3"/>
            <p:cNvSpPr/>
            <p:nvPr/>
          </p:nvSpPr>
          <p:spPr>
            <a:xfrm rot="10800000">
              <a:off x="4286522" y="3896804"/>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30" name="Google Shape;757;p3"/>
            <p:cNvSpPr/>
            <p:nvPr/>
          </p:nvSpPr>
          <p:spPr>
            <a:xfrm rot="10800000">
              <a:off x="4286522" y="3507149"/>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31" name="Google Shape;758;p3"/>
            <p:cNvSpPr/>
            <p:nvPr/>
          </p:nvSpPr>
          <p:spPr>
            <a:xfrm rot="10800000">
              <a:off x="4286522" y="3117430"/>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32" name="Google Shape;759;p3"/>
            <p:cNvSpPr/>
            <p:nvPr/>
          </p:nvSpPr>
          <p:spPr>
            <a:xfrm rot="10800000">
              <a:off x="4286522" y="2727775"/>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33" name="Google Shape;760;p3"/>
            <p:cNvSpPr/>
            <p:nvPr/>
          </p:nvSpPr>
          <p:spPr>
            <a:xfrm rot="10800000">
              <a:off x="4286522" y="233812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34" name="Google Shape;761;p3"/>
            <p:cNvSpPr/>
            <p:nvPr/>
          </p:nvSpPr>
          <p:spPr>
            <a:xfrm rot="10800000">
              <a:off x="4286522" y="155874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35" name="Google Shape;762;p3"/>
            <p:cNvSpPr/>
            <p:nvPr/>
          </p:nvSpPr>
          <p:spPr>
            <a:xfrm rot="10800000">
              <a:off x="4286522" y="1169028"/>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36" name="Google Shape;763;p3"/>
            <p:cNvSpPr/>
            <p:nvPr/>
          </p:nvSpPr>
          <p:spPr>
            <a:xfrm rot="10800000">
              <a:off x="3896803" y="12859506"/>
              <a:ext cx="314314"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37" name="Google Shape;764;p3"/>
            <p:cNvSpPr/>
            <p:nvPr/>
          </p:nvSpPr>
          <p:spPr>
            <a:xfrm rot="10800000">
              <a:off x="3896803" y="10911103"/>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38" name="Google Shape;765;p3"/>
            <p:cNvSpPr/>
            <p:nvPr/>
          </p:nvSpPr>
          <p:spPr>
            <a:xfrm rot="10800000">
              <a:off x="3896803" y="10521450"/>
              <a:ext cx="314314" cy="314249"/>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39" name="Google Shape;766;p3"/>
            <p:cNvSpPr/>
            <p:nvPr/>
          </p:nvSpPr>
          <p:spPr>
            <a:xfrm rot="10800000">
              <a:off x="3896803" y="10131731"/>
              <a:ext cx="314314"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40" name="Google Shape;767;p3"/>
            <p:cNvSpPr/>
            <p:nvPr/>
          </p:nvSpPr>
          <p:spPr>
            <a:xfrm rot="10800000">
              <a:off x="3896803" y="9352357"/>
              <a:ext cx="314314"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41" name="Google Shape;768;p3"/>
            <p:cNvSpPr/>
            <p:nvPr/>
          </p:nvSpPr>
          <p:spPr>
            <a:xfrm rot="10800000">
              <a:off x="3896803" y="8573047"/>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42" name="Google Shape;769;p3"/>
            <p:cNvSpPr/>
            <p:nvPr/>
          </p:nvSpPr>
          <p:spPr>
            <a:xfrm rot="10800000">
              <a:off x="3896803" y="7014300"/>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43" name="Google Shape;770;p3"/>
            <p:cNvSpPr/>
            <p:nvPr/>
          </p:nvSpPr>
          <p:spPr>
            <a:xfrm rot="10800000">
              <a:off x="3896803" y="6234926"/>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44" name="Google Shape;771;p3"/>
            <p:cNvSpPr/>
            <p:nvPr/>
          </p:nvSpPr>
          <p:spPr>
            <a:xfrm rot="10800000">
              <a:off x="3896803" y="5845271"/>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45" name="Google Shape;772;p3"/>
            <p:cNvSpPr/>
            <p:nvPr/>
          </p:nvSpPr>
          <p:spPr>
            <a:xfrm rot="10800000">
              <a:off x="3896803" y="5455551"/>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46" name="Google Shape;773;p3"/>
            <p:cNvSpPr/>
            <p:nvPr/>
          </p:nvSpPr>
          <p:spPr>
            <a:xfrm rot="10800000">
              <a:off x="3896803" y="4676177"/>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47" name="Google Shape;774;p3"/>
            <p:cNvSpPr/>
            <p:nvPr/>
          </p:nvSpPr>
          <p:spPr>
            <a:xfrm rot="10800000">
              <a:off x="3896803" y="4286523"/>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48" name="Google Shape;775;p3"/>
            <p:cNvSpPr/>
            <p:nvPr/>
          </p:nvSpPr>
          <p:spPr>
            <a:xfrm rot="10800000">
              <a:off x="3896803" y="3896804"/>
              <a:ext cx="314314"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49" name="Google Shape;776;p3"/>
            <p:cNvSpPr/>
            <p:nvPr/>
          </p:nvSpPr>
          <p:spPr>
            <a:xfrm rot="10800000">
              <a:off x="3896803" y="3507149"/>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50" name="Google Shape;777;p3"/>
            <p:cNvSpPr/>
            <p:nvPr/>
          </p:nvSpPr>
          <p:spPr>
            <a:xfrm rot="10800000">
              <a:off x="3896803" y="2727775"/>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51" name="Google Shape;778;p3"/>
            <p:cNvSpPr/>
            <p:nvPr/>
          </p:nvSpPr>
          <p:spPr>
            <a:xfrm rot="10800000">
              <a:off x="3896803" y="2338121"/>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52" name="Google Shape;779;p3"/>
            <p:cNvSpPr/>
            <p:nvPr/>
          </p:nvSpPr>
          <p:spPr>
            <a:xfrm rot="10800000">
              <a:off x="3896803" y="1169028"/>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53" name="Google Shape;780;p3"/>
            <p:cNvSpPr/>
            <p:nvPr/>
          </p:nvSpPr>
          <p:spPr>
            <a:xfrm rot="10800000">
              <a:off x="3896803" y="779373"/>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54" name="Google Shape;781;p3"/>
            <p:cNvSpPr/>
            <p:nvPr/>
          </p:nvSpPr>
          <p:spPr>
            <a:xfrm rot="10800000">
              <a:off x="3896803" y="389654"/>
              <a:ext cx="314314"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55" name="Google Shape;782;p3"/>
            <p:cNvSpPr/>
            <p:nvPr/>
          </p:nvSpPr>
          <p:spPr>
            <a:xfrm rot="10800000">
              <a:off x="3507148" y="1324922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56" name="Google Shape;783;p3"/>
            <p:cNvSpPr/>
            <p:nvPr/>
          </p:nvSpPr>
          <p:spPr>
            <a:xfrm rot="10800000">
              <a:off x="3507148" y="12080198"/>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57" name="Google Shape;784;p3"/>
            <p:cNvSpPr/>
            <p:nvPr/>
          </p:nvSpPr>
          <p:spPr>
            <a:xfrm rot="10800000">
              <a:off x="3507148" y="11690479"/>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58" name="Google Shape;785;p3"/>
            <p:cNvSpPr/>
            <p:nvPr/>
          </p:nvSpPr>
          <p:spPr>
            <a:xfrm rot="10800000">
              <a:off x="3507148" y="1091110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59" name="Google Shape;786;p3"/>
            <p:cNvSpPr/>
            <p:nvPr/>
          </p:nvSpPr>
          <p:spPr>
            <a:xfrm rot="10800000">
              <a:off x="3507148" y="10521450"/>
              <a:ext cx="314250" cy="314249"/>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60" name="Google Shape;787;p3"/>
            <p:cNvSpPr/>
            <p:nvPr/>
          </p:nvSpPr>
          <p:spPr>
            <a:xfrm rot="10800000">
              <a:off x="3507148" y="974207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61" name="Google Shape;788;p3"/>
            <p:cNvSpPr/>
            <p:nvPr/>
          </p:nvSpPr>
          <p:spPr>
            <a:xfrm rot="10800000">
              <a:off x="3507148" y="9352357"/>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62" name="Google Shape;789;p3"/>
            <p:cNvSpPr/>
            <p:nvPr/>
          </p:nvSpPr>
          <p:spPr>
            <a:xfrm rot="10800000">
              <a:off x="3507148" y="896270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63" name="Google Shape;790;p3"/>
            <p:cNvSpPr/>
            <p:nvPr/>
          </p:nvSpPr>
          <p:spPr>
            <a:xfrm rot="10800000">
              <a:off x="3507148" y="857304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64" name="Google Shape;791;p3"/>
            <p:cNvSpPr/>
            <p:nvPr/>
          </p:nvSpPr>
          <p:spPr>
            <a:xfrm rot="10800000">
              <a:off x="3507148" y="8183328"/>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65" name="Google Shape;792;p3"/>
            <p:cNvSpPr/>
            <p:nvPr/>
          </p:nvSpPr>
          <p:spPr>
            <a:xfrm rot="10800000">
              <a:off x="3507148" y="779367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66" name="Google Shape;793;p3"/>
            <p:cNvSpPr/>
            <p:nvPr/>
          </p:nvSpPr>
          <p:spPr>
            <a:xfrm rot="10800000">
              <a:off x="3507148" y="7403954"/>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67" name="Google Shape;794;p3"/>
            <p:cNvSpPr/>
            <p:nvPr/>
          </p:nvSpPr>
          <p:spPr>
            <a:xfrm rot="10800000">
              <a:off x="3507148" y="6624580"/>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68" name="Google Shape;795;p3"/>
            <p:cNvSpPr/>
            <p:nvPr/>
          </p:nvSpPr>
          <p:spPr>
            <a:xfrm rot="10800000">
              <a:off x="3507148" y="584527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69" name="Google Shape;796;p3"/>
            <p:cNvSpPr/>
            <p:nvPr/>
          </p:nvSpPr>
          <p:spPr>
            <a:xfrm rot="10800000">
              <a:off x="3507148" y="545555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70" name="Google Shape;797;p3"/>
            <p:cNvSpPr/>
            <p:nvPr/>
          </p:nvSpPr>
          <p:spPr>
            <a:xfrm rot="10800000">
              <a:off x="3507148" y="506589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71" name="Google Shape;798;p3"/>
            <p:cNvSpPr/>
            <p:nvPr/>
          </p:nvSpPr>
          <p:spPr>
            <a:xfrm rot="10800000">
              <a:off x="3507148" y="467617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72" name="Google Shape;799;p3"/>
            <p:cNvSpPr/>
            <p:nvPr/>
          </p:nvSpPr>
          <p:spPr>
            <a:xfrm rot="10800000">
              <a:off x="3507148" y="428652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73" name="Google Shape;800;p3"/>
            <p:cNvSpPr/>
            <p:nvPr/>
          </p:nvSpPr>
          <p:spPr>
            <a:xfrm rot="10800000">
              <a:off x="3507148" y="3507149"/>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74" name="Google Shape;801;p3"/>
            <p:cNvSpPr/>
            <p:nvPr/>
          </p:nvSpPr>
          <p:spPr>
            <a:xfrm rot="10800000">
              <a:off x="3507148" y="3117430"/>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75" name="Google Shape;802;p3"/>
            <p:cNvSpPr/>
            <p:nvPr/>
          </p:nvSpPr>
          <p:spPr>
            <a:xfrm rot="10800000">
              <a:off x="3507148" y="233812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76" name="Google Shape;803;p3"/>
            <p:cNvSpPr/>
            <p:nvPr/>
          </p:nvSpPr>
          <p:spPr>
            <a:xfrm rot="10800000">
              <a:off x="3507148" y="1948402"/>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77" name="Google Shape;804;p3"/>
            <p:cNvSpPr/>
            <p:nvPr/>
          </p:nvSpPr>
          <p:spPr>
            <a:xfrm rot="10800000">
              <a:off x="3507148" y="155874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78" name="Google Shape;805;p3"/>
            <p:cNvSpPr/>
            <p:nvPr/>
          </p:nvSpPr>
          <p:spPr>
            <a:xfrm rot="10800000">
              <a:off x="3507148" y="389654"/>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79" name="Google Shape;806;p3"/>
            <p:cNvSpPr/>
            <p:nvPr/>
          </p:nvSpPr>
          <p:spPr>
            <a:xfrm rot="10800000">
              <a:off x="3507148" y="-2"/>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80" name="Google Shape;807;p3"/>
            <p:cNvSpPr/>
            <p:nvPr/>
          </p:nvSpPr>
          <p:spPr>
            <a:xfrm rot="10800000">
              <a:off x="3117494" y="1246985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81" name="Google Shape;808;p3"/>
            <p:cNvSpPr/>
            <p:nvPr/>
          </p:nvSpPr>
          <p:spPr>
            <a:xfrm rot="10800000">
              <a:off x="3117494" y="12080198"/>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82" name="Google Shape;809;p3"/>
            <p:cNvSpPr/>
            <p:nvPr/>
          </p:nvSpPr>
          <p:spPr>
            <a:xfrm rot="10800000">
              <a:off x="3117494" y="11300824"/>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83" name="Google Shape;810;p3"/>
            <p:cNvSpPr/>
            <p:nvPr/>
          </p:nvSpPr>
          <p:spPr>
            <a:xfrm rot="10800000">
              <a:off x="3117494" y="10521450"/>
              <a:ext cx="314250" cy="314249"/>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84" name="Google Shape;811;p3"/>
            <p:cNvSpPr/>
            <p:nvPr/>
          </p:nvSpPr>
          <p:spPr>
            <a:xfrm rot="10800000">
              <a:off x="3117494" y="10131731"/>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85" name="Google Shape;812;p3"/>
            <p:cNvSpPr/>
            <p:nvPr/>
          </p:nvSpPr>
          <p:spPr>
            <a:xfrm rot="10800000">
              <a:off x="3117494" y="974207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86" name="Google Shape;813;p3"/>
            <p:cNvSpPr/>
            <p:nvPr/>
          </p:nvSpPr>
          <p:spPr>
            <a:xfrm rot="10800000">
              <a:off x="3117494" y="9352357"/>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87" name="Google Shape;814;p3"/>
            <p:cNvSpPr/>
            <p:nvPr/>
          </p:nvSpPr>
          <p:spPr>
            <a:xfrm rot="10800000">
              <a:off x="3117494" y="8183328"/>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88" name="Google Shape;815;p3"/>
            <p:cNvSpPr/>
            <p:nvPr/>
          </p:nvSpPr>
          <p:spPr>
            <a:xfrm rot="10800000">
              <a:off x="3117494" y="779367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89" name="Google Shape;816;p3"/>
            <p:cNvSpPr/>
            <p:nvPr/>
          </p:nvSpPr>
          <p:spPr>
            <a:xfrm rot="10800000">
              <a:off x="3117494" y="7403954"/>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90" name="Google Shape;817;p3"/>
            <p:cNvSpPr/>
            <p:nvPr/>
          </p:nvSpPr>
          <p:spPr>
            <a:xfrm rot="10800000">
              <a:off x="3117494" y="7014300"/>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91" name="Google Shape;818;p3"/>
            <p:cNvSpPr/>
            <p:nvPr/>
          </p:nvSpPr>
          <p:spPr>
            <a:xfrm rot="10800000">
              <a:off x="3117494" y="6624580"/>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92" name="Google Shape;819;p3"/>
            <p:cNvSpPr/>
            <p:nvPr/>
          </p:nvSpPr>
          <p:spPr>
            <a:xfrm rot="10800000">
              <a:off x="3117494" y="623492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93" name="Google Shape;820;p3"/>
            <p:cNvSpPr/>
            <p:nvPr/>
          </p:nvSpPr>
          <p:spPr>
            <a:xfrm rot="10800000">
              <a:off x="3117494" y="584527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94" name="Google Shape;821;p3"/>
            <p:cNvSpPr/>
            <p:nvPr/>
          </p:nvSpPr>
          <p:spPr>
            <a:xfrm rot="10800000">
              <a:off x="3117494" y="545555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95" name="Google Shape;822;p3"/>
            <p:cNvSpPr/>
            <p:nvPr/>
          </p:nvSpPr>
          <p:spPr>
            <a:xfrm rot="10800000">
              <a:off x="3117494" y="506589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96" name="Google Shape;823;p3"/>
            <p:cNvSpPr/>
            <p:nvPr/>
          </p:nvSpPr>
          <p:spPr>
            <a:xfrm rot="10800000">
              <a:off x="3117494" y="467617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97" name="Google Shape;824;p3"/>
            <p:cNvSpPr/>
            <p:nvPr/>
          </p:nvSpPr>
          <p:spPr>
            <a:xfrm rot="10800000">
              <a:off x="3117494" y="3896804"/>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98" name="Google Shape;825;p3"/>
            <p:cNvSpPr/>
            <p:nvPr/>
          </p:nvSpPr>
          <p:spPr>
            <a:xfrm rot="10800000">
              <a:off x="3117494" y="3117430"/>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999" name="Google Shape;826;p3"/>
            <p:cNvSpPr/>
            <p:nvPr/>
          </p:nvSpPr>
          <p:spPr>
            <a:xfrm rot="10800000">
              <a:off x="3117494" y="2727775"/>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00" name="Google Shape;827;p3"/>
            <p:cNvSpPr/>
            <p:nvPr/>
          </p:nvSpPr>
          <p:spPr>
            <a:xfrm rot="10800000">
              <a:off x="3117494" y="233812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01" name="Google Shape;828;p3"/>
            <p:cNvSpPr/>
            <p:nvPr/>
          </p:nvSpPr>
          <p:spPr>
            <a:xfrm rot="10800000">
              <a:off x="3117494" y="1948402"/>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02" name="Google Shape;829;p3"/>
            <p:cNvSpPr/>
            <p:nvPr/>
          </p:nvSpPr>
          <p:spPr>
            <a:xfrm rot="10800000">
              <a:off x="3117494" y="1169028"/>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03" name="Google Shape;830;p3"/>
            <p:cNvSpPr/>
            <p:nvPr/>
          </p:nvSpPr>
          <p:spPr>
            <a:xfrm rot="10800000">
              <a:off x="3117494" y="77937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04" name="Google Shape;831;p3"/>
            <p:cNvSpPr/>
            <p:nvPr/>
          </p:nvSpPr>
          <p:spPr>
            <a:xfrm rot="10800000">
              <a:off x="3117494" y="389654"/>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05" name="Google Shape;832;p3"/>
            <p:cNvSpPr/>
            <p:nvPr/>
          </p:nvSpPr>
          <p:spPr>
            <a:xfrm rot="10800000">
              <a:off x="3117494" y="-2"/>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06" name="Google Shape;833;p3"/>
            <p:cNvSpPr/>
            <p:nvPr/>
          </p:nvSpPr>
          <p:spPr>
            <a:xfrm rot="10800000">
              <a:off x="2727775" y="12859506"/>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07" name="Google Shape;834;p3"/>
            <p:cNvSpPr/>
            <p:nvPr/>
          </p:nvSpPr>
          <p:spPr>
            <a:xfrm rot="10800000">
              <a:off x="2727775" y="12080198"/>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08" name="Google Shape;835;p3"/>
            <p:cNvSpPr/>
            <p:nvPr/>
          </p:nvSpPr>
          <p:spPr>
            <a:xfrm rot="10800000">
              <a:off x="2727775" y="11690479"/>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09" name="Google Shape;836;p3"/>
            <p:cNvSpPr/>
            <p:nvPr/>
          </p:nvSpPr>
          <p:spPr>
            <a:xfrm rot="10800000">
              <a:off x="2727775" y="11300824"/>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10" name="Google Shape;837;p3"/>
            <p:cNvSpPr/>
            <p:nvPr/>
          </p:nvSpPr>
          <p:spPr>
            <a:xfrm rot="10800000">
              <a:off x="2727775" y="1091110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11" name="Google Shape;838;p3"/>
            <p:cNvSpPr/>
            <p:nvPr/>
          </p:nvSpPr>
          <p:spPr>
            <a:xfrm rot="10800000">
              <a:off x="2727775" y="10131731"/>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12" name="Google Shape;839;p3"/>
            <p:cNvSpPr/>
            <p:nvPr/>
          </p:nvSpPr>
          <p:spPr>
            <a:xfrm rot="10800000">
              <a:off x="2727775" y="9352357"/>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13" name="Google Shape;840;p3"/>
            <p:cNvSpPr/>
            <p:nvPr/>
          </p:nvSpPr>
          <p:spPr>
            <a:xfrm rot="10800000">
              <a:off x="2727775" y="896270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14" name="Google Shape;841;p3"/>
            <p:cNvSpPr/>
            <p:nvPr/>
          </p:nvSpPr>
          <p:spPr>
            <a:xfrm rot="10800000">
              <a:off x="2727775" y="857304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15" name="Google Shape;842;p3"/>
            <p:cNvSpPr/>
            <p:nvPr/>
          </p:nvSpPr>
          <p:spPr>
            <a:xfrm rot="10800000">
              <a:off x="2727775" y="779367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16" name="Google Shape;843;p3"/>
            <p:cNvSpPr/>
            <p:nvPr/>
          </p:nvSpPr>
          <p:spPr>
            <a:xfrm rot="10800000">
              <a:off x="2727775" y="7403954"/>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17" name="Google Shape;844;p3"/>
            <p:cNvSpPr/>
            <p:nvPr/>
          </p:nvSpPr>
          <p:spPr>
            <a:xfrm rot="10800000">
              <a:off x="2727775" y="7014300"/>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18" name="Google Shape;845;p3"/>
            <p:cNvSpPr/>
            <p:nvPr/>
          </p:nvSpPr>
          <p:spPr>
            <a:xfrm rot="10800000">
              <a:off x="2727775" y="6624580"/>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19" name="Google Shape;846;p3"/>
            <p:cNvSpPr/>
            <p:nvPr/>
          </p:nvSpPr>
          <p:spPr>
            <a:xfrm rot="10800000">
              <a:off x="2727775" y="623492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20" name="Google Shape;847;p3"/>
            <p:cNvSpPr/>
            <p:nvPr/>
          </p:nvSpPr>
          <p:spPr>
            <a:xfrm rot="10800000">
              <a:off x="2727775" y="584527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21" name="Google Shape;848;p3"/>
            <p:cNvSpPr/>
            <p:nvPr/>
          </p:nvSpPr>
          <p:spPr>
            <a:xfrm rot="10800000">
              <a:off x="2727775" y="545555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22" name="Google Shape;849;p3"/>
            <p:cNvSpPr/>
            <p:nvPr/>
          </p:nvSpPr>
          <p:spPr>
            <a:xfrm rot="10800000">
              <a:off x="2727775" y="467617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23" name="Google Shape;850;p3"/>
            <p:cNvSpPr/>
            <p:nvPr/>
          </p:nvSpPr>
          <p:spPr>
            <a:xfrm rot="10800000">
              <a:off x="2727775" y="3896804"/>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24" name="Google Shape;851;p3"/>
            <p:cNvSpPr/>
            <p:nvPr/>
          </p:nvSpPr>
          <p:spPr>
            <a:xfrm rot="10800000">
              <a:off x="2727775" y="3507149"/>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25" name="Google Shape;852;p3"/>
            <p:cNvSpPr/>
            <p:nvPr/>
          </p:nvSpPr>
          <p:spPr>
            <a:xfrm rot="10800000">
              <a:off x="2727775" y="3117430"/>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26" name="Google Shape;853;p3"/>
            <p:cNvSpPr/>
            <p:nvPr/>
          </p:nvSpPr>
          <p:spPr>
            <a:xfrm rot="10800000">
              <a:off x="2727775" y="2727775"/>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27" name="Google Shape;854;p3"/>
            <p:cNvSpPr/>
            <p:nvPr/>
          </p:nvSpPr>
          <p:spPr>
            <a:xfrm rot="10800000">
              <a:off x="2727775" y="1948402"/>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28" name="Google Shape;855;p3"/>
            <p:cNvSpPr/>
            <p:nvPr/>
          </p:nvSpPr>
          <p:spPr>
            <a:xfrm rot="10800000">
              <a:off x="2727775" y="155874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29" name="Google Shape;856;p3"/>
            <p:cNvSpPr/>
            <p:nvPr/>
          </p:nvSpPr>
          <p:spPr>
            <a:xfrm rot="10800000">
              <a:off x="2727775" y="77937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30" name="Google Shape;857;p3"/>
            <p:cNvSpPr/>
            <p:nvPr/>
          </p:nvSpPr>
          <p:spPr>
            <a:xfrm rot="10800000">
              <a:off x="2727775" y="-2"/>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31" name="Google Shape;858;p3"/>
            <p:cNvSpPr/>
            <p:nvPr/>
          </p:nvSpPr>
          <p:spPr>
            <a:xfrm rot="10800000">
              <a:off x="2338120" y="1246985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32" name="Google Shape;859;p3"/>
            <p:cNvSpPr/>
            <p:nvPr/>
          </p:nvSpPr>
          <p:spPr>
            <a:xfrm rot="10800000">
              <a:off x="2338120" y="11300824"/>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33" name="Google Shape;860;p3"/>
            <p:cNvSpPr/>
            <p:nvPr/>
          </p:nvSpPr>
          <p:spPr>
            <a:xfrm rot="10800000">
              <a:off x="2338120" y="1091110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34" name="Google Shape;861;p3"/>
            <p:cNvSpPr/>
            <p:nvPr/>
          </p:nvSpPr>
          <p:spPr>
            <a:xfrm rot="10800000">
              <a:off x="2338120" y="10521450"/>
              <a:ext cx="314250" cy="314249"/>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35" name="Google Shape;862;p3"/>
            <p:cNvSpPr/>
            <p:nvPr/>
          </p:nvSpPr>
          <p:spPr>
            <a:xfrm rot="10800000">
              <a:off x="2338120" y="974207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36" name="Google Shape;863;p3"/>
            <p:cNvSpPr/>
            <p:nvPr/>
          </p:nvSpPr>
          <p:spPr>
            <a:xfrm rot="10800000">
              <a:off x="2338120" y="896270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37" name="Google Shape;864;p3"/>
            <p:cNvSpPr/>
            <p:nvPr/>
          </p:nvSpPr>
          <p:spPr>
            <a:xfrm rot="10800000">
              <a:off x="2338120" y="857304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38" name="Google Shape;865;p3"/>
            <p:cNvSpPr/>
            <p:nvPr/>
          </p:nvSpPr>
          <p:spPr>
            <a:xfrm rot="10800000">
              <a:off x="2338120" y="8183328"/>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39" name="Google Shape;866;p3"/>
            <p:cNvSpPr/>
            <p:nvPr/>
          </p:nvSpPr>
          <p:spPr>
            <a:xfrm rot="10800000">
              <a:off x="2338120" y="7403954"/>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40" name="Google Shape;867;p3"/>
            <p:cNvSpPr/>
            <p:nvPr/>
          </p:nvSpPr>
          <p:spPr>
            <a:xfrm rot="10800000">
              <a:off x="2338120" y="6624580"/>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41" name="Google Shape;868;p3"/>
            <p:cNvSpPr/>
            <p:nvPr/>
          </p:nvSpPr>
          <p:spPr>
            <a:xfrm rot="10800000">
              <a:off x="2338120" y="584527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42" name="Google Shape;869;p3"/>
            <p:cNvSpPr/>
            <p:nvPr/>
          </p:nvSpPr>
          <p:spPr>
            <a:xfrm rot="10800000">
              <a:off x="2338120" y="506589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43" name="Google Shape;870;p3"/>
            <p:cNvSpPr/>
            <p:nvPr/>
          </p:nvSpPr>
          <p:spPr>
            <a:xfrm rot="10800000">
              <a:off x="2338120" y="467617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44" name="Google Shape;871;p3"/>
            <p:cNvSpPr/>
            <p:nvPr/>
          </p:nvSpPr>
          <p:spPr>
            <a:xfrm rot="10800000">
              <a:off x="2338120" y="3507149"/>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45" name="Google Shape;872;p3"/>
            <p:cNvSpPr/>
            <p:nvPr/>
          </p:nvSpPr>
          <p:spPr>
            <a:xfrm rot="10800000">
              <a:off x="2338120" y="3117430"/>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46" name="Google Shape;873;p3"/>
            <p:cNvSpPr/>
            <p:nvPr/>
          </p:nvSpPr>
          <p:spPr>
            <a:xfrm rot="10800000">
              <a:off x="2338120" y="2727775"/>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47" name="Google Shape;874;p3"/>
            <p:cNvSpPr/>
            <p:nvPr/>
          </p:nvSpPr>
          <p:spPr>
            <a:xfrm rot="10800000">
              <a:off x="2338120" y="233812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48" name="Google Shape;875;p3"/>
            <p:cNvSpPr/>
            <p:nvPr/>
          </p:nvSpPr>
          <p:spPr>
            <a:xfrm rot="10800000">
              <a:off x="2338120" y="1948402"/>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49" name="Google Shape;876;p3"/>
            <p:cNvSpPr/>
            <p:nvPr/>
          </p:nvSpPr>
          <p:spPr>
            <a:xfrm rot="10800000">
              <a:off x="2338120" y="1169028"/>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50" name="Google Shape;877;p3"/>
            <p:cNvSpPr/>
            <p:nvPr/>
          </p:nvSpPr>
          <p:spPr>
            <a:xfrm rot="10800000">
              <a:off x="2338120" y="77937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51" name="Google Shape;878;p3"/>
            <p:cNvSpPr/>
            <p:nvPr/>
          </p:nvSpPr>
          <p:spPr>
            <a:xfrm rot="10800000">
              <a:off x="1948401" y="1324922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52" name="Google Shape;879;p3"/>
            <p:cNvSpPr/>
            <p:nvPr/>
          </p:nvSpPr>
          <p:spPr>
            <a:xfrm rot="10800000">
              <a:off x="1948401" y="12080198"/>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53" name="Google Shape;880;p3"/>
            <p:cNvSpPr/>
            <p:nvPr/>
          </p:nvSpPr>
          <p:spPr>
            <a:xfrm rot="10800000">
              <a:off x="1948401" y="11300824"/>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54" name="Google Shape;881;p3"/>
            <p:cNvSpPr/>
            <p:nvPr/>
          </p:nvSpPr>
          <p:spPr>
            <a:xfrm rot="10800000">
              <a:off x="1948401" y="10131731"/>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55" name="Google Shape;882;p3"/>
            <p:cNvSpPr/>
            <p:nvPr/>
          </p:nvSpPr>
          <p:spPr>
            <a:xfrm rot="10800000">
              <a:off x="1948401" y="974207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56" name="Google Shape;883;p3"/>
            <p:cNvSpPr/>
            <p:nvPr/>
          </p:nvSpPr>
          <p:spPr>
            <a:xfrm rot="10800000">
              <a:off x="1948401" y="8183328"/>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57" name="Google Shape;884;p3"/>
            <p:cNvSpPr/>
            <p:nvPr/>
          </p:nvSpPr>
          <p:spPr>
            <a:xfrm rot="10800000">
              <a:off x="1948401" y="779367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58" name="Google Shape;885;p3"/>
            <p:cNvSpPr/>
            <p:nvPr/>
          </p:nvSpPr>
          <p:spPr>
            <a:xfrm rot="10800000">
              <a:off x="1948401" y="7014300"/>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59" name="Google Shape;886;p3"/>
            <p:cNvSpPr/>
            <p:nvPr/>
          </p:nvSpPr>
          <p:spPr>
            <a:xfrm rot="10800000">
              <a:off x="1948401" y="6624580"/>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60" name="Google Shape;887;p3"/>
            <p:cNvSpPr/>
            <p:nvPr/>
          </p:nvSpPr>
          <p:spPr>
            <a:xfrm rot="10800000">
              <a:off x="1948401" y="623492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61" name="Google Shape;888;p3"/>
            <p:cNvSpPr/>
            <p:nvPr/>
          </p:nvSpPr>
          <p:spPr>
            <a:xfrm rot="10800000">
              <a:off x="1948401" y="584527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62" name="Google Shape;889;p3"/>
            <p:cNvSpPr/>
            <p:nvPr/>
          </p:nvSpPr>
          <p:spPr>
            <a:xfrm rot="10800000">
              <a:off x="1948401" y="467617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63" name="Google Shape;890;p3"/>
            <p:cNvSpPr/>
            <p:nvPr/>
          </p:nvSpPr>
          <p:spPr>
            <a:xfrm rot="10800000">
              <a:off x="1948401" y="428652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64" name="Google Shape;891;p3"/>
            <p:cNvSpPr/>
            <p:nvPr/>
          </p:nvSpPr>
          <p:spPr>
            <a:xfrm rot="10800000">
              <a:off x="1948401" y="3896804"/>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65" name="Google Shape;892;p3"/>
            <p:cNvSpPr/>
            <p:nvPr/>
          </p:nvSpPr>
          <p:spPr>
            <a:xfrm rot="10800000">
              <a:off x="1948401" y="3117430"/>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66" name="Google Shape;893;p3"/>
            <p:cNvSpPr/>
            <p:nvPr/>
          </p:nvSpPr>
          <p:spPr>
            <a:xfrm rot="10800000">
              <a:off x="1948401" y="1169028"/>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67" name="Google Shape;894;p3"/>
            <p:cNvSpPr/>
            <p:nvPr/>
          </p:nvSpPr>
          <p:spPr>
            <a:xfrm rot="10800000">
              <a:off x="1948401" y="389654"/>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68" name="Google Shape;895;p3"/>
            <p:cNvSpPr/>
            <p:nvPr/>
          </p:nvSpPr>
          <p:spPr>
            <a:xfrm rot="10800000">
              <a:off x="1948401" y="-2"/>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69" name="Google Shape;896;p3"/>
            <p:cNvSpPr/>
            <p:nvPr/>
          </p:nvSpPr>
          <p:spPr>
            <a:xfrm rot="10800000">
              <a:off x="1558747" y="12859506"/>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70" name="Google Shape;897;p3"/>
            <p:cNvSpPr/>
            <p:nvPr/>
          </p:nvSpPr>
          <p:spPr>
            <a:xfrm rot="10800000">
              <a:off x="1558747" y="1246985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71" name="Google Shape;898;p3"/>
            <p:cNvSpPr/>
            <p:nvPr/>
          </p:nvSpPr>
          <p:spPr>
            <a:xfrm rot="10800000">
              <a:off x="1558747" y="11300824"/>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72" name="Google Shape;899;p3"/>
            <p:cNvSpPr/>
            <p:nvPr/>
          </p:nvSpPr>
          <p:spPr>
            <a:xfrm rot="10800000">
              <a:off x="1558747" y="10521450"/>
              <a:ext cx="314250" cy="314249"/>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73" name="Google Shape;900;p3"/>
            <p:cNvSpPr/>
            <p:nvPr/>
          </p:nvSpPr>
          <p:spPr>
            <a:xfrm rot="10800000">
              <a:off x="1558747" y="974207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74" name="Google Shape;901;p3"/>
            <p:cNvSpPr/>
            <p:nvPr/>
          </p:nvSpPr>
          <p:spPr>
            <a:xfrm rot="10800000">
              <a:off x="1558747" y="857304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75" name="Google Shape;902;p3"/>
            <p:cNvSpPr/>
            <p:nvPr/>
          </p:nvSpPr>
          <p:spPr>
            <a:xfrm rot="10800000">
              <a:off x="1558747" y="779367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76" name="Google Shape;903;p3"/>
            <p:cNvSpPr/>
            <p:nvPr/>
          </p:nvSpPr>
          <p:spPr>
            <a:xfrm rot="10800000">
              <a:off x="1558747" y="6624580"/>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77" name="Google Shape;904;p3"/>
            <p:cNvSpPr/>
            <p:nvPr/>
          </p:nvSpPr>
          <p:spPr>
            <a:xfrm rot="10800000">
              <a:off x="1558747" y="584527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78" name="Google Shape;905;p3"/>
            <p:cNvSpPr/>
            <p:nvPr/>
          </p:nvSpPr>
          <p:spPr>
            <a:xfrm rot="10800000">
              <a:off x="1558747" y="545555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79" name="Google Shape;906;p3"/>
            <p:cNvSpPr/>
            <p:nvPr/>
          </p:nvSpPr>
          <p:spPr>
            <a:xfrm rot="10800000">
              <a:off x="1558747" y="467617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80" name="Google Shape;907;p3"/>
            <p:cNvSpPr/>
            <p:nvPr/>
          </p:nvSpPr>
          <p:spPr>
            <a:xfrm rot="10800000">
              <a:off x="1558747" y="428652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81" name="Google Shape;908;p3"/>
            <p:cNvSpPr/>
            <p:nvPr/>
          </p:nvSpPr>
          <p:spPr>
            <a:xfrm rot="10800000">
              <a:off x="1558747" y="3896804"/>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82" name="Google Shape;909;p3"/>
            <p:cNvSpPr/>
            <p:nvPr/>
          </p:nvSpPr>
          <p:spPr>
            <a:xfrm rot="10800000">
              <a:off x="1558747" y="3117430"/>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83" name="Google Shape;910;p3"/>
            <p:cNvSpPr/>
            <p:nvPr/>
          </p:nvSpPr>
          <p:spPr>
            <a:xfrm rot="10800000">
              <a:off x="1558747" y="2727775"/>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84" name="Google Shape;911;p3"/>
            <p:cNvSpPr/>
            <p:nvPr/>
          </p:nvSpPr>
          <p:spPr>
            <a:xfrm rot="10800000">
              <a:off x="1558747" y="155874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85" name="Google Shape;912;p3"/>
            <p:cNvSpPr/>
            <p:nvPr/>
          </p:nvSpPr>
          <p:spPr>
            <a:xfrm rot="10800000">
              <a:off x="1558747" y="77937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86" name="Google Shape;913;p3"/>
            <p:cNvSpPr/>
            <p:nvPr/>
          </p:nvSpPr>
          <p:spPr>
            <a:xfrm rot="10800000">
              <a:off x="1558747" y="389654"/>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87" name="Google Shape;914;p3"/>
            <p:cNvSpPr/>
            <p:nvPr/>
          </p:nvSpPr>
          <p:spPr>
            <a:xfrm rot="10800000">
              <a:off x="1169028" y="13249226"/>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88" name="Google Shape;915;p3"/>
            <p:cNvSpPr/>
            <p:nvPr/>
          </p:nvSpPr>
          <p:spPr>
            <a:xfrm rot="10800000">
              <a:off x="1169028" y="12080198"/>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89" name="Google Shape;916;p3"/>
            <p:cNvSpPr/>
            <p:nvPr/>
          </p:nvSpPr>
          <p:spPr>
            <a:xfrm rot="10800000">
              <a:off x="1169028" y="10911103"/>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90" name="Google Shape;917;p3"/>
            <p:cNvSpPr/>
            <p:nvPr/>
          </p:nvSpPr>
          <p:spPr>
            <a:xfrm rot="10800000">
              <a:off x="1169028" y="9352357"/>
              <a:ext cx="314314"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91" name="Google Shape;918;p3"/>
            <p:cNvSpPr/>
            <p:nvPr/>
          </p:nvSpPr>
          <p:spPr>
            <a:xfrm rot="10800000">
              <a:off x="1169028" y="7793673"/>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92" name="Google Shape;919;p3"/>
            <p:cNvSpPr/>
            <p:nvPr/>
          </p:nvSpPr>
          <p:spPr>
            <a:xfrm rot="10800000">
              <a:off x="1169028" y="5845271"/>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93" name="Google Shape;920;p3"/>
            <p:cNvSpPr/>
            <p:nvPr/>
          </p:nvSpPr>
          <p:spPr>
            <a:xfrm rot="10800000">
              <a:off x="1169028" y="2727775"/>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94" name="Google Shape;921;p3"/>
            <p:cNvSpPr/>
            <p:nvPr/>
          </p:nvSpPr>
          <p:spPr>
            <a:xfrm rot="10800000">
              <a:off x="1169028" y="2338121"/>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95" name="Google Shape;922;p3"/>
            <p:cNvSpPr/>
            <p:nvPr/>
          </p:nvSpPr>
          <p:spPr>
            <a:xfrm rot="10800000">
              <a:off x="1169028" y="-2"/>
              <a:ext cx="314314"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96" name="Google Shape;923;p3"/>
            <p:cNvSpPr/>
            <p:nvPr/>
          </p:nvSpPr>
          <p:spPr>
            <a:xfrm rot="10800000">
              <a:off x="779373" y="12859506"/>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97" name="Google Shape;924;p3"/>
            <p:cNvSpPr/>
            <p:nvPr/>
          </p:nvSpPr>
          <p:spPr>
            <a:xfrm rot="10800000">
              <a:off x="779373" y="10521450"/>
              <a:ext cx="314250" cy="314249"/>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98" name="Google Shape;925;p3"/>
            <p:cNvSpPr/>
            <p:nvPr/>
          </p:nvSpPr>
          <p:spPr>
            <a:xfrm rot="10800000">
              <a:off x="779373" y="8573047"/>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099" name="Google Shape;926;p3"/>
            <p:cNvSpPr/>
            <p:nvPr/>
          </p:nvSpPr>
          <p:spPr>
            <a:xfrm rot="10800000">
              <a:off x="779373" y="6624580"/>
              <a:ext cx="314250" cy="314315"/>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00" name="Google Shape;927;p3"/>
            <p:cNvSpPr/>
            <p:nvPr/>
          </p:nvSpPr>
          <p:spPr>
            <a:xfrm rot="10800000">
              <a:off x="779373" y="4286523"/>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01" name="Google Shape;928;p3"/>
            <p:cNvSpPr/>
            <p:nvPr/>
          </p:nvSpPr>
          <p:spPr>
            <a:xfrm rot="10800000">
              <a:off x="779373" y="233812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02" name="Google Shape;929;p3"/>
            <p:cNvSpPr/>
            <p:nvPr/>
          </p:nvSpPr>
          <p:spPr>
            <a:xfrm rot="10800000">
              <a:off x="779373" y="1948402"/>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03" name="Google Shape;930;p3"/>
            <p:cNvSpPr/>
            <p:nvPr/>
          </p:nvSpPr>
          <p:spPr>
            <a:xfrm rot="10800000">
              <a:off x="779373" y="389654"/>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04" name="Google Shape;931;p3"/>
            <p:cNvSpPr/>
            <p:nvPr/>
          </p:nvSpPr>
          <p:spPr>
            <a:xfrm rot="10800000">
              <a:off x="389719" y="13249226"/>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05" name="Google Shape;932;p3"/>
            <p:cNvSpPr/>
            <p:nvPr/>
          </p:nvSpPr>
          <p:spPr>
            <a:xfrm rot="10800000">
              <a:off x="389719" y="10521450"/>
              <a:ext cx="314250" cy="314249"/>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06" name="Google Shape;933;p3"/>
            <p:cNvSpPr/>
            <p:nvPr/>
          </p:nvSpPr>
          <p:spPr>
            <a:xfrm rot="10800000">
              <a:off x="389719" y="545555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07" name="Google Shape;934;p3"/>
            <p:cNvSpPr/>
            <p:nvPr/>
          </p:nvSpPr>
          <p:spPr>
            <a:xfrm rot="10800000">
              <a:off x="389719" y="3896804"/>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08" name="Google Shape;935;p3"/>
            <p:cNvSpPr/>
            <p:nvPr/>
          </p:nvSpPr>
          <p:spPr>
            <a:xfrm rot="10800000">
              <a:off x="389719" y="2338121"/>
              <a:ext cx="314250"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09" name="Google Shape;936;p3"/>
            <p:cNvSpPr/>
            <p:nvPr/>
          </p:nvSpPr>
          <p:spPr>
            <a:xfrm rot="10800000">
              <a:off x="389719" y="389654"/>
              <a:ext cx="314250" cy="314314"/>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10" name="Google Shape;937;p3"/>
            <p:cNvSpPr/>
            <p:nvPr/>
          </p:nvSpPr>
          <p:spPr>
            <a:xfrm rot="10800000">
              <a:off x="-1" y="12080198"/>
              <a:ext cx="314249"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11" name="Google Shape;938;p3"/>
            <p:cNvSpPr/>
            <p:nvPr/>
          </p:nvSpPr>
          <p:spPr>
            <a:xfrm rot="10800000">
              <a:off x="-1" y="9742076"/>
              <a:ext cx="314249"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12" name="Google Shape;939;p3"/>
            <p:cNvSpPr/>
            <p:nvPr/>
          </p:nvSpPr>
          <p:spPr>
            <a:xfrm rot="10800000">
              <a:off x="-1" y="7014300"/>
              <a:ext cx="314249" cy="314250"/>
            </a:xfrm>
            <a:prstGeom prst="rect">
              <a:avLst/>
            </a:prstGeom>
            <a:solidFill>
              <a:srgbClr val="D3EBD5"/>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grpSp>
      <p:grpSp>
        <p:nvGrpSpPr>
          <p:cNvPr id="1217" name="Google Shape;940;p3"/>
          <p:cNvGrpSpPr/>
          <p:nvPr/>
        </p:nvGrpSpPr>
        <p:grpSpPr>
          <a:xfrm>
            <a:off x="16979449" y="76525"/>
            <a:ext cx="6159525" cy="13563479"/>
            <a:chOff x="-1" y="-1"/>
            <a:chExt cx="6159524" cy="13563477"/>
          </a:xfrm>
        </p:grpSpPr>
        <p:sp>
          <p:nvSpPr>
            <p:cNvPr id="1114" name="Google Shape;941;p3"/>
            <p:cNvSpPr/>
            <p:nvPr/>
          </p:nvSpPr>
          <p:spPr>
            <a:xfrm rot="10800000">
              <a:off x="5845274" y="12859506"/>
              <a:ext cx="314250" cy="314315"/>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15" name="Google Shape;942;p3"/>
            <p:cNvSpPr/>
            <p:nvPr/>
          </p:nvSpPr>
          <p:spPr>
            <a:xfrm rot="10800000">
              <a:off x="5845274" y="1208019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16" name="Google Shape;943;p3"/>
            <p:cNvSpPr/>
            <p:nvPr/>
          </p:nvSpPr>
          <p:spPr>
            <a:xfrm rot="10800000">
              <a:off x="5845274" y="11690479"/>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17" name="Google Shape;944;p3"/>
            <p:cNvSpPr/>
            <p:nvPr/>
          </p:nvSpPr>
          <p:spPr>
            <a:xfrm rot="10800000">
              <a:off x="5845274" y="10521450"/>
              <a:ext cx="314250" cy="314249"/>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18" name="Google Shape;945;p3"/>
            <p:cNvSpPr/>
            <p:nvPr/>
          </p:nvSpPr>
          <p:spPr>
            <a:xfrm rot="10800000">
              <a:off x="5845274" y="9352357"/>
              <a:ext cx="314250" cy="314315"/>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19" name="Google Shape;946;p3"/>
            <p:cNvSpPr/>
            <p:nvPr/>
          </p:nvSpPr>
          <p:spPr>
            <a:xfrm rot="10800000">
              <a:off x="5845274" y="896270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20" name="Google Shape;947;p3"/>
            <p:cNvSpPr/>
            <p:nvPr/>
          </p:nvSpPr>
          <p:spPr>
            <a:xfrm rot="10800000">
              <a:off x="5845274" y="857304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21" name="Google Shape;948;p3"/>
            <p:cNvSpPr/>
            <p:nvPr/>
          </p:nvSpPr>
          <p:spPr>
            <a:xfrm rot="10800000">
              <a:off x="5845274" y="7403954"/>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22" name="Google Shape;949;p3"/>
            <p:cNvSpPr/>
            <p:nvPr/>
          </p:nvSpPr>
          <p:spPr>
            <a:xfrm rot="10800000">
              <a:off x="5845274" y="6234926"/>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23" name="Google Shape;950;p3"/>
            <p:cNvSpPr/>
            <p:nvPr/>
          </p:nvSpPr>
          <p:spPr>
            <a:xfrm rot="10800000">
              <a:off x="5845274" y="428652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24" name="Google Shape;951;p3"/>
            <p:cNvSpPr/>
            <p:nvPr/>
          </p:nvSpPr>
          <p:spPr>
            <a:xfrm rot="10800000">
              <a:off x="5845274" y="3896804"/>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25" name="Google Shape;952;p3"/>
            <p:cNvSpPr/>
            <p:nvPr/>
          </p:nvSpPr>
          <p:spPr>
            <a:xfrm rot="10800000">
              <a:off x="5845274" y="233812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26" name="Google Shape;953;p3"/>
            <p:cNvSpPr/>
            <p:nvPr/>
          </p:nvSpPr>
          <p:spPr>
            <a:xfrm rot="10800000">
              <a:off x="5845274" y="155874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27" name="Google Shape;954;p3"/>
            <p:cNvSpPr/>
            <p:nvPr/>
          </p:nvSpPr>
          <p:spPr>
            <a:xfrm rot="10800000">
              <a:off x="5845274" y="77937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28" name="Google Shape;955;p3"/>
            <p:cNvSpPr/>
            <p:nvPr/>
          </p:nvSpPr>
          <p:spPr>
            <a:xfrm rot="10800000">
              <a:off x="5845274" y="389654"/>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29" name="Google Shape;956;p3"/>
            <p:cNvSpPr/>
            <p:nvPr/>
          </p:nvSpPr>
          <p:spPr>
            <a:xfrm rot="10800000">
              <a:off x="5455554" y="12859506"/>
              <a:ext cx="314250" cy="314315"/>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30" name="Google Shape;957;p3"/>
            <p:cNvSpPr/>
            <p:nvPr/>
          </p:nvSpPr>
          <p:spPr>
            <a:xfrm rot="10800000">
              <a:off x="5455554" y="779367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31" name="Google Shape;958;p3"/>
            <p:cNvSpPr/>
            <p:nvPr/>
          </p:nvSpPr>
          <p:spPr>
            <a:xfrm rot="10800000">
              <a:off x="5455554" y="6624580"/>
              <a:ext cx="314250" cy="314315"/>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32" name="Google Shape;959;p3"/>
            <p:cNvSpPr/>
            <p:nvPr/>
          </p:nvSpPr>
          <p:spPr>
            <a:xfrm rot="10800000">
              <a:off x="5455554" y="3117430"/>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33" name="Google Shape;960;p3"/>
            <p:cNvSpPr/>
            <p:nvPr/>
          </p:nvSpPr>
          <p:spPr>
            <a:xfrm rot="10800000">
              <a:off x="5065900" y="12859506"/>
              <a:ext cx="314250" cy="314315"/>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34" name="Google Shape;961;p3"/>
            <p:cNvSpPr/>
            <p:nvPr/>
          </p:nvSpPr>
          <p:spPr>
            <a:xfrm rot="10800000">
              <a:off x="5065900" y="1246985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35" name="Google Shape;962;p3"/>
            <p:cNvSpPr/>
            <p:nvPr/>
          </p:nvSpPr>
          <p:spPr>
            <a:xfrm rot="10800000">
              <a:off x="5065900" y="1208019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36" name="Google Shape;963;p3"/>
            <p:cNvSpPr/>
            <p:nvPr/>
          </p:nvSpPr>
          <p:spPr>
            <a:xfrm rot="10800000">
              <a:off x="5065900" y="1091110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37" name="Google Shape;964;p3"/>
            <p:cNvSpPr/>
            <p:nvPr/>
          </p:nvSpPr>
          <p:spPr>
            <a:xfrm rot="10800000">
              <a:off x="5065900" y="896270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38" name="Google Shape;965;p3"/>
            <p:cNvSpPr/>
            <p:nvPr/>
          </p:nvSpPr>
          <p:spPr>
            <a:xfrm rot="10800000">
              <a:off x="5065900" y="857304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39" name="Google Shape;966;p3"/>
            <p:cNvSpPr/>
            <p:nvPr/>
          </p:nvSpPr>
          <p:spPr>
            <a:xfrm rot="10800000">
              <a:off x="5065900" y="779367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40" name="Google Shape;967;p3"/>
            <p:cNvSpPr/>
            <p:nvPr/>
          </p:nvSpPr>
          <p:spPr>
            <a:xfrm rot="10800000">
              <a:off x="5065900" y="584527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41" name="Google Shape;968;p3"/>
            <p:cNvSpPr/>
            <p:nvPr/>
          </p:nvSpPr>
          <p:spPr>
            <a:xfrm rot="10800000">
              <a:off x="5065900" y="467617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42" name="Google Shape;969;p3"/>
            <p:cNvSpPr/>
            <p:nvPr/>
          </p:nvSpPr>
          <p:spPr>
            <a:xfrm rot="10800000">
              <a:off x="5065900" y="-2"/>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43" name="Google Shape;970;p3"/>
            <p:cNvSpPr/>
            <p:nvPr/>
          </p:nvSpPr>
          <p:spPr>
            <a:xfrm rot="10800000">
              <a:off x="4676180" y="12859506"/>
              <a:ext cx="314250" cy="314315"/>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44" name="Google Shape;971;p3"/>
            <p:cNvSpPr/>
            <p:nvPr/>
          </p:nvSpPr>
          <p:spPr>
            <a:xfrm rot="10800000">
              <a:off x="4676180" y="1208019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45" name="Google Shape;972;p3"/>
            <p:cNvSpPr/>
            <p:nvPr/>
          </p:nvSpPr>
          <p:spPr>
            <a:xfrm rot="10800000">
              <a:off x="4676180" y="11300824"/>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46" name="Google Shape;973;p3"/>
            <p:cNvSpPr/>
            <p:nvPr/>
          </p:nvSpPr>
          <p:spPr>
            <a:xfrm rot="10800000">
              <a:off x="4676180" y="9742076"/>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47" name="Google Shape;974;p3"/>
            <p:cNvSpPr/>
            <p:nvPr/>
          </p:nvSpPr>
          <p:spPr>
            <a:xfrm rot="10800000">
              <a:off x="4676180" y="9352357"/>
              <a:ext cx="314250" cy="314315"/>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48" name="Google Shape;975;p3"/>
            <p:cNvSpPr/>
            <p:nvPr/>
          </p:nvSpPr>
          <p:spPr>
            <a:xfrm rot="10800000">
              <a:off x="4676180" y="857304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49" name="Google Shape;976;p3"/>
            <p:cNvSpPr/>
            <p:nvPr/>
          </p:nvSpPr>
          <p:spPr>
            <a:xfrm rot="10800000">
              <a:off x="4676180" y="818332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50" name="Google Shape;977;p3"/>
            <p:cNvSpPr/>
            <p:nvPr/>
          </p:nvSpPr>
          <p:spPr>
            <a:xfrm rot="10800000">
              <a:off x="4676180" y="779367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51" name="Google Shape;978;p3"/>
            <p:cNvSpPr/>
            <p:nvPr/>
          </p:nvSpPr>
          <p:spPr>
            <a:xfrm rot="10800000">
              <a:off x="4676180" y="6234926"/>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52" name="Google Shape;979;p3"/>
            <p:cNvSpPr/>
            <p:nvPr/>
          </p:nvSpPr>
          <p:spPr>
            <a:xfrm rot="10800000">
              <a:off x="4676180" y="584527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53" name="Google Shape;980;p3"/>
            <p:cNvSpPr/>
            <p:nvPr/>
          </p:nvSpPr>
          <p:spPr>
            <a:xfrm rot="10800000">
              <a:off x="4676180" y="545555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54" name="Google Shape;981;p3"/>
            <p:cNvSpPr/>
            <p:nvPr/>
          </p:nvSpPr>
          <p:spPr>
            <a:xfrm rot="10800000">
              <a:off x="4676180" y="3896804"/>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55" name="Google Shape;982;p3"/>
            <p:cNvSpPr/>
            <p:nvPr/>
          </p:nvSpPr>
          <p:spPr>
            <a:xfrm rot="10800000">
              <a:off x="4676180" y="3507149"/>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56" name="Google Shape;983;p3"/>
            <p:cNvSpPr/>
            <p:nvPr/>
          </p:nvSpPr>
          <p:spPr>
            <a:xfrm rot="10800000">
              <a:off x="4676180" y="233812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57" name="Google Shape;984;p3"/>
            <p:cNvSpPr/>
            <p:nvPr/>
          </p:nvSpPr>
          <p:spPr>
            <a:xfrm rot="10800000">
              <a:off x="4676180" y="1948402"/>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58" name="Google Shape;985;p3"/>
            <p:cNvSpPr/>
            <p:nvPr/>
          </p:nvSpPr>
          <p:spPr>
            <a:xfrm rot="10800000">
              <a:off x="4676180" y="155874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59" name="Google Shape;986;p3"/>
            <p:cNvSpPr/>
            <p:nvPr/>
          </p:nvSpPr>
          <p:spPr>
            <a:xfrm rot="10800000">
              <a:off x="4676180" y="77937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60" name="Google Shape;987;p3"/>
            <p:cNvSpPr/>
            <p:nvPr/>
          </p:nvSpPr>
          <p:spPr>
            <a:xfrm rot="10800000">
              <a:off x="4286525" y="1246985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61" name="Google Shape;988;p3"/>
            <p:cNvSpPr/>
            <p:nvPr/>
          </p:nvSpPr>
          <p:spPr>
            <a:xfrm rot="10800000">
              <a:off x="4286525" y="1208019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62" name="Google Shape;989;p3"/>
            <p:cNvSpPr/>
            <p:nvPr/>
          </p:nvSpPr>
          <p:spPr>
            <a:xfrm rot="10800000">
              <a:off x="4286525" y="11300824"/>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63" name="Google Shape;990;p3"/>
            <p:cNvSpPr/>
            <p:nvPr/>
          </p:nvSpPr>
          <p:spPr>
            <a:xfrm rot="10800000">
              <a:off x="4286525" y="1091110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64" name="Google Shape;991;p3"/>
            <p:cNvSpPr/>
            <p:nvPr/>
          </p:nvSpPr>
          <p:spPr>
            <a:xfrm rot="10800000">
              <a:off x="4286525" y="10521450"/>
              <a:ext cx="314250" cy="314249"/>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65" name="Google Shape;992;p3"/>
            <p:cNvSpPr/>
            <p:nvPr/>
          </p:nvSpPr>
          <p:spPr>
            <a:xfrm rot="10800000">
              <a:off x="4286525" y="9742076"/>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66" name="Google Shape;993;p3"/>
            <p:cNvSpPr/>
            <p:nvPr/>
          </p:nvSpPr>
          <p:spPr>
            <a:xfrm rot="10800000">
              <a:off x="4286525" y="545555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67" name="Google Shape;994;p3"/>
            <p:cNvSpPr/>
            <p:nvPr/>
          </p:nvSpPr>
          <p:spPr>
            <a:xfrm rot="10800000">
              <a:off x="4286525" y="467617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68" name="Google Shape;995;p3"/>
            <p:cNvSpPr/>
            <p:nvPr/>
          </p:nvSpPr>
          <p:spPr>
            <a:xfrm rot="10800000">
              <a:off x="4286525" y="428652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69" name="Google Shape;996;p3"/>
            <p:cNvSpPr/>
            <p:nvPr/>
          </p:nvSpPr>
          <p:spPr>
            <a:xfrm rot="10800000">
              <a:off x="4286525" y="77937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70" name="Google Shape;997;p3"/>
            <p:cNvSpPr/>
            <p:nvPr/>
          </p:nvSpPr>
          <p:spPr>
            <a:xfrm rot="10800000">
              <a:off x="4286525" y="-2"/>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71" name="Google Shape;998;p3"/>
            <p:cNvSpPr/>
            <p:nvPr/>
          </p:nvSpPr>
          <p:spPr>
            <a:xfrm rot="10800000">
              <a:off x="3896806" y="13249226"/>
              <a:ext cx="314314"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72" name="Google Shape;999;p3"/>
            <p:cNvSpPr/>
            <p:nvPr/>
          </p:nvSpPr>
          <p:spPr>
            <a:xfrm rot="10800000">
              <a:off x="3896806" y="12469853"/>
              <a:ext cx="314314"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73" name="Google Shape;1000;p3"/>
            <p:cNvSpPr/>
            <p:nvPr/>
          </p:nvSpPr>
          <p:spPr>
            <a:xfrm rot="10800000">
              <a:off x="3896806" y="11690479"/>
              <a:ext cx="314314"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74" name="Google Shape;1001;p3"/>
            <p:cNvSpPr/>
            <p:nvPr/>
          </p:nvSpPr>
          <p:spPr>
            <a:xfrm rot="10800000">
              <a:off x="3896806" y="11300824"/>
              <a:ext cx="314314"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75" name="Google Shape;1002;p3"/>
            <p:cNvSpPr/>
            <p:nvPr/>
          </p:nvSpPr>
          <p:spPr>
            <a:xfrm rot="10800000">
              <a:off x="3896806" y="9742076"/>
              <a:ext cx="314314"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76" name="Google Shape;1003;p3"/>
            <p:cNvSpPr/>
            <p:nvPr/>
          </p:nvSpPr>
          <p:spPr>
            <a:xfrm rot="10800000">
              <a:off x="3896806" y="8183328"/>
              <a:ext cx="314314"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77" name="Google Shape;1004;p3"/>
            <p:cNvSpPr/>
            <p:nvPr/>
          </p:nvSpPr>
          <p:spPr>
            <a:xfrm rot="10800000">
              <a:off x="3896806" y="7793673"/>
              <a:ext cx="314314"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78" name="Google Shape;1005;p3"/>
            <p:cNvSpPr/>
            <p:nvPr/>
          </p:nvSpPr>
          <p:spPr>
            <a:xfrm rot="10800000">
              <a:off x="3896806" y="7403954"/>
              <a:ext cx="314314"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79" name="Google Shape;1006;p3"/>
            <p:cNvSpPr/>
            <p:nvPr/>
          </p:nvSpPr>
          <p:spPr>
            <a:xfrm rot="10800000">
              <a:off x="3896806" y="5065897"/>
              <a:ext cx="314314"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80" name="Google Shape;1007;p3"/>
            <p:cNvSpPr/>
            <p:nvPr/>
          </p:nvSpPr>
          <p:spPr>
            <a:xfrm rot="10800000">
              <a:off x="3896806" y="3117430"/>
              <a:ext cx="314314"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81" name="Google Shape;1008;p3"/>
            <p:cNvSpPr/>
            <p:nvPr/>
          </p:nvSpPr>
          <p:spPr>
            <a:xfrm rot="10800000">
              <a:off x="3896806" y="1948402"/>
              <a:ext cx="314314"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82" name="Google Shape;1009;p3"/>
            <p:cNvSpPr/>
            <p:nvPr/>
          </p:nvSpPr>
          <p:spPr>
            <a:xfrm rot="10800000">
              <a:off x="3896806" y="1558747"/>
              <a:ext cx="314314"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83" name="Google Shape;1010;p3"/>
            <p:cNvSpPr/>
            <p:nvPr/>
          </p:nvSpPr>
          <p:spPr>
            <a:xfrm rot="10800000">
              <a:off x="3896806" y="-2"/>
              <a:ext cx="314314"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84" name="Google Shape;1011;p3"/>
            <p:cNvSpPr/>
            <p:nvPr/>
          </p:nvSpPr>
          <p:spPr>
            <a:xfrm rot="10800000">
              <a:off x="3507151" y="12859506"/>
              <a:ext cx="314250" cy="314315"/>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85" name="Google Shape;1012;p3"/>
            <p:cNvSpPr/>
            <p:nvPr/>
          </p:nvSpPr>
          <p:spPr>
            <a:xfrm rot="10800000">
              <a:off x="3507151" y="1246985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86" name="Google Shape;1013;p3"/>
            <p:cNvSpPr/>
            <p:nvPr/>
          </p:nvSpPr>
          <p:spPr>
            <a:xfrm rot="10800000">
              <a:off x="3507151" y="11300824"/>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87" name="Google Shape;1014;p3"/>
            <p:cNvSpPr/>
            <p:nvPr/>
          </p:nvSpPr>
          <p:spPr>
            <a:xfrm rot="10800000">
              <a:off x="3507151" y="10131731"/>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88" name="Google Shape;1015;p3"/>
            <p:cNvSpPr/>
            <p:nvPr/>
          </p:nvSpPr>
          <p:spPr>
            <a:xfrm rot="10800000">
              <a:off x="3507151" y="7014300"/>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89" name="Google Shape;1016;p3"/>
            <p:cNvSpPr/>
            <p:nvPr/>
          </p:nvSpPr>
          <p:spPr>
            <a:xfrm rot="10800000">
              <a:off x="3507151" y="6234926"/>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90" name="Google Shape;1017;p3"/>
            <p:cNvSpPr/>
            <p:nvPr/>
          </p:nvSpPr>
          <p:spPr>
            <a:xfrm rot="10800000">
              <a:off x="3507151" y="3896804"/>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91" name="Google Shape;1018;p3"/>
            <p:cNvSpPr/>
            <p:nvPr/>
          </p:nvSpPr>
          <p:spPr>
            <a:xfrm rot="10800000">
              <a:off x="3507151" y="2727775"/>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92" name="Google Shape;1019;p3"/>
            <p:cNvSpPr/>
            <p:nvPr/>
          </p:nvSpPr>
          <p:spPr>
            <a:xfrm rot="10800000">
              <a:off x="3507151" y="116902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93" name="Google Shape;1020;p3"/>
            <p:cNvSpPr/>
            <p:nvPr/>
          </p:nvSpPr>
          <p:spPr>
            <a:xfrm rot="10800000">
              <a:off x="3117496" y="13249226"/>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94" name="Google Shape;1021;p3"/>
            <p:cNvSpPr/>
            <p:nvPr/>
          </p:nvSpPr>
          <p:spPr>
            <a:xfrm rot="10800000">
              <a:off x="3117496" y="12859506"/>
              <a:ext cx="314250" cy="314315"/>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95" name="Google Shape;1022;p3"/>
            <p:cNvSpPr/>
            <p:nvPr/>
          </p:nvSpPr>
          <p:spPr>
            <a:xfrm rot="10800000">
              <a:off x="3117496" y="11690479"/>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96" name="Google Shape;1023;p3"/>
            <p:cNvSpPr/>
            <p:nvPr/>
          </p:nvSpPr>
          <p:spPr>
            <a:xfrm rot="10800000">
              <a:off x="3117496" y="1091110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97" name="Google Shape;1024;p3"/>
            <p:cNvSpPr/>
            <p:nvPr/>
          </p:nvSpPr>
          <p:spPr>
            <a:xfrm rot="10800000">
              <a:off x="3117496" y="896270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98" name="Google Shape;1025;p3"/>
            <p:cNvSpPr/>
            <p:nvPr/>
          </p:nvSpPr>
          <p:spPr>
            <a:xfrm rot="10800000">
              <a:off x="3117496" y="8573047"/>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199" name="Google Shape;1026;p3"/>
            <p:cNvSpPr/>
            <p:nvPr/>
          </p:nvSpPr>
          <p:spPr>
            <a:xfrm rot="10800000">
              <a:off x="3117496" y="428652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200" name="Google Shape;1027;p3"/>
            <p:cNvSpPr/>
            <p:nvPr/>
          </p:nvSpPr>
          <p:spPr>
            <a:xfrm rot="10800000">
              <a:off x="3117496" y="3507149"/>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201" name="Google Shape;1028;p3"/>
            <p:cNvSpPr/>
            <p:nvPr/>
          </p:nvSpPr>
          <p:spPr>
            <a:xfrm rot="10800000">
              <a:off x="2727777" y="13249226"/>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202" name="Google Shape;1029;p3"/>
            <p:cNvSpPr/>
            <p:nvPr/>
          </p:nvSpPr>
          <p:spPr>
            <a:xfrm rot="10800000">
              <a:off x="2727777" y="10521450"/>
              <a:ext cx="314250" cy="314249"/>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203" name="Google Shape;1030;p3"/>
            <p:cNvSpPr/>
            <p:nvPr/>
          </p:nvSpPr>
          <p:spPr>
            <a:xfrm rot="10800000">
              <a:off x="2727777" y="818332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204" name="Google Shape;1031;p3"/>
            <p:cNvSpPr/>
            <p:nvPr/>
          </p:nvSpPr>
          <p:spPr>
            <a:xfrm rot="10800000">
              <a:off x="2727777" y="428652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205" name="Google Shape;1032;p3"/>
            <p:cNvSpPr/>
            <p:nvPr/>
          </p:nvSpPr>
          <p:spPr>
            <a:xfrm rot="10800000">
              <a:off x="2727777" y="116902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206" name="Google Shape;1033;p3"/>
            <p:cNvSpPr/>
            <p:nvPr/>
          </p:nvSpPr>
          <p:spPr>
            <a:xfrm rot="10800000">
              <a:off x="2338121" y="13249226"/>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207" name="Google Shape;1034;p3"/>
            <p:cNvSpPr/>
            <p:nvPr/>
          </p:nvSpPr>
          <p:spPr>
            <a:xfrm rot="10800000">
              <a:off x="2338121" y="12080198"/>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208" name="Google Shape;1035;p3"/>
            <p:cNvSpPr/>
            <p:nvPr/>
          </p:nvSpPr>
          <p:spPr>
            <a:xfrm rot="10800000">
              <a:off x="2338121" y="779367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209" name="Google Shape;1036;p3"/>
            <p:cNvSpPr/>
            <p:nvPr/>
          </p:nvSpPr>
          <p:spPr>
            <a:xfrm rot="10800000">
              <a:off x="2338121" y="5455551"/>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210" name="Google Shape;1037;p3"/>
            <p:cNvSpPr/>
            <p:nvPr/>
          </p:nvSpPr>
          <p:spPr>
            <a:xfrm rot="10800000">
              <a:off x="2338121" y="4286523"/>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211" name="Google Shape;1038;p3"/>
            <p:cNvSpPr/>
            <p:nvPr/>
          </p:nvSpPr>
          <p:spPr>
            <a:xfrm rot="10800000">
              <a:off x="1948402" y="2727775"/>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212" name="Google Shape;1039;p3"/>
            <p:cNvSpPr/>
            <p:nvPr/>
          </p:nvSpPr>
          <p:spPr>
            <a:xfrm rot="10800000">
              <a:off x="1558747" y="10131731"/>
              <a:ext cx="314250" cy="314314"/>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213" name="Google Shape;1040;p3"/>
            <p:cNvSpPr/>
            <p:nvPr/>
          </p:nvSpPr>
          <p:spPr>
            <a:xfrm rot="10800000">
              <a:off x="1558747" y="7014300"/>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214" name="Google Shape;1041;p3"/>
            <p:cNvSpPr/>
            <p:nvPr/>
          </p:nvSpPr>
          <p:spPr>
            <a:xfrm rot="10800000">
              <a:off x="1169028" y="779373"/>
              <a:ext cx="314315"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215" name="Google Shape;1042;p3"/>
            <p:cNvSpPr/>
            <p:nvPr/>
          </p:nvSpPr>
          <p:spPr>
            <a:xfrm rot="10800000">
              <a:off x="389719" y="7403954"/>
              <a:ext cx="314250"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sp>
          <p:nvSpPr>
            <p:cNvPr id="1216" name="Google Shape;1043;p3"/>
            <p:cNvSpPr/>
            <p:nvPr/>
          </p:nvSpPr>
          <p:spPr>
            <a:xfrm rot="10800000">
              <a:off x="-2" y="1169028"/>
              <a:ext cx="314251" cy="314250"/>
            </a:xfrm>
            <a:prstGeom prst="rect">
              <a:avLst/>
            </a:prstGeom>
            <a:solidFill>
              <a:srgbClr val="80BFB7"/>
            </a:solidFill>
            <a:ln w="12700" cap="flat">
              <a:noFill/>
              <a:miter lim="400000"/>
            </a:ln>
            <a:effectLst/>
          </p:spPr>
          <p:txBody>
            <a:bodyPr wrap="square" lIns="50800" tIns="50800" rIns="50800" bIns="50800" numCol="1" anchor="ctr">
              <a:noAutofit/>
            </a:bodyPr>
            <a:lstStyle/>
            <a:p>
              <a:pPr defTabSz="2438400">
                <a:lnSpc>
                  <a:spcPct val="100000"/>
                </a:lnSpc>
                <a:spcBef>
                  <a:spcPts val="0"/>
                </a:spcBef>
                <a:defRPr sz="3600">
                  <a:latin typeface="Arial"/>
                  <a:ea typeface="Arial"/>
                  <a:cs typeface="Arial"/>
                  <a:sym typeface="Arial"/>
                </a:defRPr>
              </a:pPr>
            </a:p>
          </p:txBody>
        </p:sp>
      </p:grpSp>
      <p:sp>
        <p:nvSpPr>
          <p:cNvPr id="1218" name="Numer slajdu"/>
          <p:cNvSpPr txBox="1"/>
          <p:nvPr>
            <p:ph type="sldNum" sz="quarter" idx="2"/>
          </p:nvPr>
        </p:nvSpPr>
        <p:spPr>
          <a:xfrm>
            <a:off x="17475200" y="12227601"/>
            <a:ext cx="952339" cy="970199"/>
          </a:xfrm>
          <a:prstGeom prst="rect">
            <a:avLst/>
          </a:prstGeom>
        </p:spPr>
        <p:txBody>
          <a:bodyPr lIns="243798" tIns="243798" rIns="243798" bIns="243798" anchor="ctr"/>
          <a:lstStyle>
            <a:lvl1pPr algn="l" defTabSz="2438400">
              <a:defRPr sz="3200">
                <a:solidFill>
                  <a:srgbClr val="0B87A1"/>
                </a:solidFill>
                <a:latin typeface="Dosis Light"/>
                <a:ea typeface="Dosis Light"/>
                <a:cs typeface="Dosis Light"/>
                <a:sym typeface="Dosis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ytuł slajdu"/>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Tytuł slajdu</a:t>
            </a:r>
          </a:p>
        </p:txBody>
      </p:sp>
      <p:sp>
        <p:nvSpPr>
          <p:cNvPr id="3" name="Treść - poziom 1…"/>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Tekst punktora na slajdzie</a:t>
            </a:r>
          </a:p>
          <a:p>
            <a:pPr lvl="1"/>
            <a:r>
              <a:t/>
            </a:r>
          </a:p>
          <a:p>
            <a:pPr lvl="2"/>
            <a:r>
              <a:t/>
            </a:r>
          </a:p>
          <a:p>
            <a:pPr lvl="3"/>
            <a:r>
              <a:t/>
            </a:r>
          </a:p>
          <a:p>
            <a:pPr lvl="4"/>
            <a:r>
              <a:t/>
            </a:r>
          </a:p>
        </p:txBody>
      </p:sp>
      <p:sp>
        <p:nvSpPr>
          <p:cNvPr id="4" name="Numer slajdu"/>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20.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20.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tif"/></Relationships>

</file>

<file path=ppt/slides/_rels/slide25.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tif"/></Relationships>

</file>

<file path=ppt/slides/_rels/slide26.xml.rels><?xml version="1.0" encoding="UTF-8"?>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tif"/></Relationships>

</file>

<file path=ppt/slides/_rels/slide28.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4.tif"/><Relationship Id="rId3" Type="http://schemas.openxmlformats.org/officeDocument/2006/relationships/hyperlink" Target="https://www.researchgate.net/publication/396309936_Maly_korpus_-_wielkie_wyzwania_Small_corpora_-_big_challenges"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7" name="Google Shape;3867;p20"/>
          <p:cNvSpPr txBox="1"/>
          <p:nvPr>
            <p:ph type="title"/>
          </p:nvPr>
        </p:nvSpPr>
        <p:spPr>
          <a:xfrm>
            <a:off x="831199" y="1190000"/>
            <a:ext cx="22721602" cy="5473598"/>
          </a:xfrm>
          <a:prstGeom prst="rect">
            <a:avLst/>
          </a:prstGeom>
        </p:spPr>
        <p:txBody>
          <a:bodyPr/>
          <a:lstStyle/>
          <a:p>
            <a:pPr/>
            <a:r>
              <a:t>Introduction to Computational Text Analysis</a:t>
            </a:r>
          </a:p>
        </p:txBody>
      </p:sp>
      <p:sp>
        <p:nvSpPr>
          <p:cNvPr id="1228" name="Google Shape;3868;p20"/>
          <p:cNvSpPr txBox="1"/>
          <p:nvPr>
            <p:ph type="body" sz="quarter" idx="1"/>
          </p:nvPr>
        </p:nvSpPr>
        <p:spPr>
          <a:xfrm>
            <a:off x="831199" y="10616141"/>
            <a:ext cx="22721602" cy="2113601"/>
          </a:xfrm>
          <a:prstGeom prst="rect">
            <a:avLst/>
          </a:prstGeom>
        </p:spPr>
        <p:txBody>
          <a:bodyPr/>
          <a:lstStyle/>
          <a:p>
            <a:pPr marL="0" indent="0" defTabSz="1731263">
              <a:spcBef>
                <a:spcPts val="1100"/>
              </a:spcBef>
              <a:defRPr sz="5253"/>
            </a:pPr>
            <a:r>
              <a:t>Jacek Bąkowski &amp; Michał Woźniak</a:t>
            </a:r>
            <a:br/>
            <a:r>
              <a:t>Institute of Polish Language of the Polish Academy of Sciences</a:t>
            </a:r>
          </a:p>
        </p:txBody>
      </p:sp>
      <p:sp>
        <p:nvSpPr>
          <p:cNvPr id="1229" name="Introduction to Computational Text Analysis &amp; Corpus Linguistics"/>
          <p:cNvSpPr txBox="1"/>
          <p:nvPr/>
        </p:nvSpPr>
        <p:spPr>
          <a:xfrm>
            <a:off x="319385" y="7341984"/>
            <a:ext cx="23745230" cy="3022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defTabSz="2438400">
              <a:lnSpc>
                <a:spcPct val="100000"/>
              </a:lnSpc>
              <a:spcBef>
                <a:spcPts val="0"/>
              </a:spcBef>
              <a:defRPr sz="9600">
                <a:solidFill>
                  <a:srgbClr val="0B87A1"/>
                </a:solidFill>
                <a:latin typeface="Dosis Light"/>
                <a:ea typeface="Dosis Light"/>
                <a:cs typeface="Dosis Light"/>
                <a:sym typeface="Dosis Light"/>
              </a:defRPr>
            </a:lvl1pPr>
          </a:lstStyle>
          <a:p>
            <a:pPr/>
            <a:r>
              <a:t>Introduction to Computational Text Analysis &amp; Corpus Linguistics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1" name="Google Shape;3863;p19"/>
          <p:cNvSpPr txBox="1"/>
          <p:nvPr>
            <p:ph type="title"/>
          </p:nvPr>
        </p:nvSpPr>
        <p:spPr>
          <a:xfrm>
            <a:off x="404638" y="933521"/>
            <a:ext cx="16582039" cy="3092804"/>
          </a:xfrm>
          <a:prstGeom prst="rect">
            <a:avLst/>
          </a:prstGeom>
        </p:spPr>
        <p:txBody>
          <a:bodyPr/>
          <a:lstStyle>
            <a:lvl1pPr defTabSz="1303568">
              <a:defRPr b="1" sz="8505"/>
            </a:lvl1pPr>
          </a:lstStyle>
          <a:p>
            <a:pPr/>
            <a:r>
              <a:t>What is Computational Text Analysis?</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3" name="Distributional Semantics"/>
          <p:cNvSpPr txBox="1"/>
          <p:nvPr>
            <p:ph type="title"/>
          </p:nvPr>
        </p:nvSpPr>
        <p:spPr>
          <a:xfrm>
            <a:off x="2446116" y="208271"/>
            <a:ext cx="13286048" cy="2837790"/>
          </a:xfrm>
          <a:prstGeom prst="rect">
            <a:avLst/>
          </a:prstGeom>
        </p:spPr>
        <p:txBody>
          <a:bodyPr/>
          <a:lstStyle>
            <a:lvl1pPr algn="ctr">
              <a:defRPr b="1" sz="7000"/>
            </a:lvl1pPr>
          </a:lstStyle>
          <a:p>
            <a:pPr/>
            <a:r>
              <a:t>Computational Text analysis</a:t>
            </a:r>
          </a:p>
        </p:txBody>
      </p:sp>
      <p:sp>
        <p:nvSpPr>
          <p:cNvPr id="1234" name="is at the crossroads of:…"/>
          <p:cNvSpPr txBox="1"/>
          <p:nvPr/>
        </p:nvSpPr>
        <p:spPr>
          <a:xfrm>
            <a:off x="836701" y="2465235"/>
            <a:ext cx="15521612" cy="4759431"/>
          </a:xfrm>
          <a:prstGeom prst="rect">
            <a:avLst/>
          </a:prstGeom>
          <a:ln w="12700">
            <a:miter lim="400000"/>
          </a:ln>
          <a:extLst>
            <a:ext uri="{C572A759-6A51-4108-AA02-DFA0A04FC94B}">
              <ma14:wrappingTextBoxFlag xmlns:ma14="http://schemas.microsoft.com/office/mac/drawingml/2011/main" val="1"/>
            </a:ext>
          </a:extLst>
        </p:spPr>
        <p:txBody>
          <a:bodyPr lIns="243798" tIns="243798" rIns="243798" bIns="243798">
            <a:normAutofit fontScale="100000" lnSpcReduction="0"/>
          </a:bodyPr>
          <a:lstStyle/>
          <a:p>
            <a:pPr defTabSz="1037782">
              <a:lnSpc>
                <a:spcPct val="100000"/>
              </a:lnSpc>
              <a:spcBef>
                <a:spcPts val="0"/>
              </a:spcBef>
              <a:defRPr b="1" sz="4712">
                <a:solidFill>
                  <a:srgbClr val="80BFB7"/>
                </a:solidFill>
                <a:latin typeface="Dosis Light"/>
                <a:ea typeface="Dosis Light"/>
                <a:cs typeface="Dosis Light"/>
                <a:sym typeface="Dosis Light"/>
              </a:defRPr>
            </a:pPr>
            <a:r>
              <a:t>combines:</a:t>
            </a:r>
          </a:p>
          <a:p>
            <a:pPr defTabSz="1037782">
              <a:lnSpc>
                <a:spcPct val="100000"/>
              </a:lnSpc>
              <a:spcBef>
                <a:spcPts val="0"/>
              </a:spcBef>
              <a:defRPr sz="4712">
                <a:solidFill>
                  <a:srgbClr val="80BFB7"/>
                </a:solidFill>
                <a:latin typeface="Dosis Light"/>
                <a:ea typeface="Dosis Light"/>
                <a:cs typeface="Dosis Light"/>
                <a:sym typeface="Dosis Light"/>
              </a:defRPr>
            </a:pPr>
          </a:p>
          <a:p>
            <a:pPr marL="97291" indent="-97291" defTabSz="1037782">
              <a:lnSpc>
                <a:spcPct val="100000"/>
              </a:lnSpc>
              <a:spcBef>
                <a:spcPts val="0"/>
              </a:spcBef>
              <a:buSzPts val="4700"/>
              <a:buChar char="•"/>
              <a:defRPr sz="4712">
                <a:solidFill>
                  <a:srgbClr val="80BFB7"/>
                </a:solidFill>
                <a:latin typeface="Dosis Light"/>
                <a:ea typeface="Dosis Light"/>
                <a:cs typeface="Dosis Light"/>
                <a:sym typeface="Dosis Light"/>
              </a:defRPr>
            </a:pPr>
            <a:r>
              <a:t>Linguistics,</a:t>
            </a:r>
          </a:p>
          <a:p>
            <a:pPr marL="97291" indent="-97291" defTabSz="1037782">
              <a:lnSpc>
                <a:spcPct val="100000"/>
              </a:lnSpc>
              <a:spcBef>
                <a:spcPts val="0"/>
              </a:spcBef>
              <a:buSzPts val="4700"/>
              <a:buChar char="•"/>
              <a:defRPr sz="4712">
                <a:solidFill>
                  <a:srgbClr val="80BFB7"/>
                </a:solidFill>
                <a:latin typeface="Dosis Light"/>
                <a:ea typeface="Dosis Light"/>
                <a:cs typeface="Dosis Light"/>
                <a:sym typeface="Dosis Light"/>
              </a:defRPr>
            </a:pPr>
            <a:r>
              <a:t>Computer Science,</a:t>
            </a:r>
          </a:p>
          <a:p>
            <a:pPr marL="97291" indent="-97291" defTabSz="1037782">
              <a:lnSpc>
                <a:spcPct val="100000"/>
              </a:lnSpc>
              <a:spcBef>
                <a:spcPts val="0"/>
              </a:spcBef>
              <a:buSzPts val="4700"/>
              <a:buChar char="•"/>
              <a:defRPr sz="4712">
                <a:solidFill>
                  <a:srgbClr val="80BFB7"/>
                </a:solidFill>
                <a:latin typeface="Dosis Light"/>
                <a:ea typeface="Dosis Light"/>
                <a:cs typeface="Dosis Light"/>
                <a:sym typeface="Dosis Light"/>
              </a:defRPr>
            </a:pPr>
            <a:r>
              <a:t>Statistics,</a:t>
            </a:r>
          </a:p>
          <a:p>
            <a:pPr marL="97291" indent="-97291" defTabSz="1037782">
              <a:lnSpc>
                <a:spcPct val="100000"/>
              </a:lnSpc>
              <a:spcBef>
                <a:spcPts val="0"/>
              </a:spcBef>
              <a:buSzPts val="4700"/>
              <a:buChar char="•"/>
              <a:defRPr sz="4712">
                <a:solidFill>
                  <a:srgbClr val="80BFB7"/>
                </a:solidFill>
                <a:latin typeface="Dosis Light"/>
                <a:ea typeface="Dosis Light"/>
                <a:cs typeface="Dosis Light"/>
                <a:sym typeface="Dosis Light"/>
              </a:defRPr>
            </a:pPr>
            <a:r>
              <a:t>Data Analysis</a:t>
            </a:r>
          </a:p>
        </p:txBody>
      </p:sp>
      <p:sp>
        <p:nvSpPr>
          <p:cNvPr id="1235" name="is at the crossroads of:…"/>
          <p:cNvSpPr txBox="1"/>
          <p:nvPr/>
        </p:nvSpPr>
        <p:spPr>
          <a:xfrm>
            <a:off x="836701" y="7323929"/>
            <a:ext cx="15521612" cy="4759432"/>
          </a:xfrm>
          <a:prstGeom prst="rect">
            <a:avLst/>
          </a:prstGeom>
          <a:ln w="12700">
            <a:miter lim="400000"/>
          </a:ln>
          <a:extLst>
            <a:ext uri="{C572A759-6A51-4108-AA02-DFA0A04FC94B}">
              <ma14:wrappingTextBoxFlag xmlns:ma14="http://schemas.microsoft.com/office/mac/drawingml/2011/main" val="1"/>
            </a:ext>
          </a:extLst>
        </p:spPr>
        <p:txBody>
          <a:bodyPr lIns="243798" tIns="243798" rIns="243798" bIns="243798">
            <a:normAutofit fontScale="100000" lnSpcReduction="0"/>
          </a:bodyPr>
          <a:lstStyle/>
          <a:p>
            <a:pPr defTabSz="1037782">
              <a:lnSpc>
                <a:spcPct val="100000"/>
              </a:lnSpc>
              <a:spcBef>
                <a:spcPts val="0"/>
              </a:spcBef>
              <a:defRPr b="1" sz="4712">
                <a:solidFill>
                  <a:srgbClr val="80BFB7"/>
                </a:solidFill>
                <a:latin typeface="Dosis Light"/>
                <a:ea typeface="Dosis Light"/>
                <a:cs typeface="Dosis Light"/>
                <a:sym typeface="Dosis Light"/>
              </a:defRPr>
            </a:pPr>
            <a:r>
              <a:t>but also:</a:t>
            </a:r>
          </a:p>
          <a:p>
            <a:pPr defTabSz="1037782">
              <a:lnSpc>
                <a:spcPct val="100000"/>
              </a:lnSpc>
              <a:spcBef>
                <a:spcPts val="0"/>
              </a:spcBef>
              <a:defRPr sz="4712">
                <a:solidFill>
                  <a:srgbClr val="80BFB7"/>
                </a:solidFill>
                <a:latin typeface="Dosis Light"/>
                <a:ea typeface="Dosis Light"/>
                <a:cs typeface="Dosis Light"/>
                <a:sym typeface="Dosis Light"/>
              </a:defRPr>
            </a:pPr>
          </a:p>
          <a:p>
            <a:pPr marL="97291" indent="-97291" defTabSz="1037782">
              <a:lnSpc>
                <a:spcPct val="100000"/>
              </a:lnSpc>
              <a:spcBef>
                <a:spcPts val="0"/>
              </a:spcBef>
              <a:buSzPts val="4700"/>
              <a:buChar char="•"/>
              <a:defRPr sz="4712">
                <a:solidFill>
                  <a:srgbClr val="80BFB7"/>
                </a:solidFill>
                <a:latin typeface="Dosis Light"/>
                <a:ea typeface="Dosis Light"/>
                <a:cs typeface="Dosis Light"/>
                <a:sym typeface="Dosis Light"/>
              </a:defRPr>
            </a:pPr>
            <a:r>
              <a:t>Digital Humanities</a:t>
            </a:r>
          </a:p>
          <a:p>
            <a:pPr marL="97291" indent="-97291" defTabSz="1037782">
              <a:lnSpc>
                <a:spcPct val="100000"/>
              </a:lnSpc>
              <a:spcBef>
                <a:spcPts val="0"/>
              </a:spcBef>
              <a:buSzPts val="4700"/>
              <a:buChar char="•"/>
              <a:defRPr sz="4712">
                <a:solidFill>
                  <a:srgbClr val="80BFB7"/>
                </a:solidFill>
                <a:latin typeface="Dosis Light"/>
                <a:ea typeface="Dosis Light"/>
                <a:cs typeface="Dosis Light"/>
                <a:sym typeface="Dosis Light"/>
              </a:defRPr>
            </a:pPr>
            <a:r>
              <a:t>Literary Studies,</a:t>
            </a:r>
          </a:p>
          <a:p>
            <a:pPr marL="97291" indent="-97291" defTabSz="1037782">
              <a:lnSpc>
                <a:spcPct val="100000"/>
              </a:lnSpc>
              <a:spcBef>
                <a:spcPts val="0"/>
              </a:spcBef>
              <a:buSzPts val="4700"/>
              <a:buChar char="•"/>
              <a:defRPr sz="4712">
                <a:solidFill>
                  <a:srgbClr val="80BFB7"/>
                </a:solidFill>
                <a:latin typeface="Dosis Light"/>
                <a:ea typeface="Dosis Light"/>
                <a:cs typeface="Dosis Light"/>
                <a:sym typeface="Dosis Light"/>
              </a:defRPr>
            </a:pPr>
            <a:r>
              <a:t>Cognitive Science</a:t>
            </a:r>
          </a:p>
          <a:p>
            <a:pPr marL="97291" indent="-97291" defTabSz="1037782">
              <a:lnSpc>
                <a:spcPct val="100000"/>
              </a:lnSpc>
              <a:spcBef>
                <a:spcPts val="0"/>
              </a:spcBef>
              <a:buSzPts val="4700"/>
              <a:buChar char="•"/>
              <a:defRPr sz="4712">
                <a:solidFill>
                  <a:srgbClr val="80BFB7"/>
                </a:solidFill>
                <a:latin typeface="Dosis Light"/>
                <a:ea typeface="Dosis Light"/>
                <a:cs typeface="Dosis Light"/>
                <a:sym typeface="Dosis Light"/>
              </a:defRPr>
            </a:pPr>
            <a:r>
              <a:t>and also others, depending on the research question</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7" name="Distributional Semantics"/>
          <p:cNvSpPr txBox="1"/>
          <p:nvPr>
            <p:ph type="title"/>
          </p:nvPr>
        </p:nvSpPr>
        <p:spPr>
          <a:xfrm>
            <a:off x="2446116" y="208271"/>
            <a:ext cx="13286048" cy="2837790"/>
          </a:xfrm>
          <a:prstGeom prst="rect">
            <a:avLst/>
          </a:prstGeom>
        </p:spPr>
        <p:txBody>
          <a:bodyPr/>
          <a:lstStyle>
            <a:lvl1pPr algn="ctr">
              <a:defRPr b="1" sz="7000"/>
            </a:lvl1pPr>
          </a:lstStyle>
          <a:p>
            <a:pPr/>
            <a:r>
              <a:t>Purposes of Computational Text Analysis</a:t>
            </a:r>
          </a:p>
        </p:txBody>
      </p:sp>
      <p:sp>
        <p:nvSpPr>
          <p:cNvPr id="1238" name="is at the crossroads of:…"/>
          <p:cNvSpPr txBox="1"/>
          <p:nvPr/>
        </p:nvSpPr>
        <p:spPr>
          <a:xfrm>
            <a:off x="603060" y="4010922"/>
            <a:ext cx="16170319" cy="8795835"/>
          </a:xfrm>
          <a:prstGeom prst="rect">
            <a:avLst/>
          </a:prstGeom>
          <a:ln w="12700">
            <a:miter lim="400000"/>
          </a:ln>
          <a:extLst>
            <a:ext uri="{C572A759-6A51-4108-AA02-DFA0A04FC94B}">
              <ma14:wrappingTextBoxFlag xmlns:ma14="http://schemas.microsoft.com/office/mac/drawingml/2011/main" val="1"/>
            </a:ext>
          </a:extLst>
        </p:spPr>
        <p:txBody>
          <a:bodyPr lIns="243798" tIns="243798" rIns="243798" bIns="243798">
            <a:normAutofit fontScale="100000" lnSpcReduction="0"/>
          </a:bodyPr>
          <a:lstStyle/>
          <a:p>
            <a:pPr marL="110092" indent="-110092" defTabSz="1174333">
              <a:lnSpc>
                <a:spcPct val="130000"/>
              </a:lnSpc>
              <a:spcBef>
                <a:spcPts val="0"/>
              </a:spcBef>
              <a:buSzPts val="5300"/>
              <a:buChar char="•"/>
              <a:defRPr sz="5332">
                <a:solidFill>
                  <a:srgbClr val="80BFB7"/>
                </a:solidFill>
                <a:latin typeface="Dosis Light"/>
                <a:ea typeface="Dosis Light"/>
                <a:cs typeface="Dosis Light"/>
                <a:sym typeface="Dosis Light"/>
              </a:defRPr>
            </a:pPr>
            <a:r>
              <a:t>Generate insights from large collection of documents and of single texts as well:</a:t>
            </a:r>
            <a:br/>
          </a:p>
          <a:p>
            <a:pPr lvl="7" marL="110092" indent="-110092" defTabSz="1174333">
              <a:lnSpc>
                <a:spcPct val="130000"/>
              </a:lnSpc>
              <a:spcBef>
                <a:spcPts val="0"/>
              </a:spcBef>
              <a:buSzPts val="5300"/>
              <a:buChar char="•"/>
              <a:defRPr sz="5332">
                <a:solidFill>
                  <a:srgbClr val="80BFB7"/>
                </a:solidFill>
                <a:latin typeface="Dosis Light"/>
                <a:ea typeface="Dosis Light"/>
                <a:cs typeface="Dosis Light"/>
                <a:sym typeface="Dosis Light"/>
              </a:defRPr>
            </a:pPr>
            <a:r>
              <a:t>Extract information from texts,</a:t>
            </a:r>
          </a:p>
          <a:p>
            <a:pPr marL="110092" indent="-110092" defTabSz="1174333">
              <a:lnSpc>
                <a:spcPct val="130000"/>
              </a:lnSpc>
              <a:spcBef>
                <a:spcPts val="0"/>
              </a:spcBef>
              <a:buSzPts val="5300"/>
              <a:buChar char="•"/>
              <a:defRPr sz="5332">
                <a:solidFill>
                  <a:srgbClr val="80BFB7"/>
                </a:solidFill>
                <a:latin typeface="Dosis Light"/>
                <a:ea typeface="Dosis Light"/>
                <a:cs typeface="Dosis Light"/>
                <a:sym typeface="Dosis Light"/>
              </a:defRPr>
            </a:pPr>
            <a:r>
              <a:t>Find patterns in texts,</a:t>
            </a:r>
          </a:p>
          <a:p>
            <a:pPr marL="110092" indent="-110092" defTabSz="1174333">
              <a:lnSpc>
                <a:spcPct val="130000"/>
              </a:lnSpc>
              <a:spcBef>
                <a:spcPts val="0"/>
              </a:spcBef>
              <a:buSzPts val="5300"/>
              <a:buChar char="•"/>
              <a:defRPr sz="5332">
                <a:solidFill>
                  <a:srgbClr val="80BFB7"/>
                </a:solidFill>
                <a:latin typeface="Dosis Light"/>
                <a:ea typeface="Dosis Light"/>
                <a:cs typeface="Dosis Light"/>
                <a:sym typeface="Dosis Light"/>
              </a:defRPr>
            </a:pPr>
            <a:r>
              <a:t>Authorship attribution</a:t>
            </a:r>
          </a:p>
          <a:p>
            <a:pPr marL="110092" indent="-110092" defTabSz="1174333">
              <a:lnSpc>
                <a:spcPct val="130000"/>
              </a:lnSpc>
              <a:spcBef>
                <a:spcPts val="0"/>
              </a:spcBef>
              <a:buSzPts val="5300"/>
              <a:buChar char="•"/>
              <a:defRPr sz="5332">
                <a:solidFill>
                  <a:srgbClr val="80BFB7"/>
                </a:solidFill>
                <a:latin typeface="Dosis Light"/>
                <a:ea typeface="Dosis Light"/>
                <a:cs typeface="Dosis Light"/>
                <a:sym typeface="Dosis Light"/>
              </a:defRPr>
            </a:pPr>
            <a:r>
              <a:t>Analyze meaning</a:t>
            </a:r>
          </a:p>
          <a:p>
            <a:pPr marL="110092" indent="-110092" defTabSz="1174333">
              <a:lnSpc>
                <a:spcPct val="130000"/>
              </a:lnSpc>
              <a:spcBef>
                <a:spcPts val="0"/>
              </a:spcBef>
              <a:buSzPts val="5300"/>
              <a:buChar char="•"/>
              <a:defRPr sz="5332">
                <a:solidFill>
                  <a:srgbClr val="80BFB7"/>
                </a:solidFill>
                <a:latin typeface="Dosis Light"/>
                <a:ea typeface="Dosis Light"/>
                <a:cs typeface="Dosis Light"/>
                <a:sym typeface="Dosis Light"/>
              </a:defRPr>
            </a:pPr>
            <a:r>
              <a:t>Analyze topics of texts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0" name="Distributional Semantics"/>
          <p:cNvSpPr txBox="1"/>
          <p:nvPr>
            <p:ph type="title"/>
          </p:nvPr>
        </p:nvSpPr>
        <p:spPr>
          <a:xfrm>
            <a:off x="2446116" y="208271"/>
            <a:ext cx="13286048" cy="2837790"/>
          </a:xfrm>
          <a:prstGeom prst="rect">
            <a:avLst/>
          </a:prstGeom>
        </p:spPr>
        <p:txBody>
          <a:bodyPr/>
          <a:lstStyle>
            <a:lvl1pPr algn="ctr">
              <a:defRPr b="1" sz="7000"/>
            </a:lvl1pPr>
          </a:lstStyle>
          <a:p>
            <a:pPr/>
            <a:r>
              <a:t>Purposes of Computational Text Analysis</a:t>
            </a:r>
          </a:p>
        </p:txBody>
      </p:sp>
      <p:sp>
        <p:nvSpPr>
          <p:cNvPr id="1241" name="is at the crossroads of:…"/>
          <p:cNvSpPr txBox="1"/>
          <p:nvPr/>
        </p:nvSpPr>
        <p:spPr>
          <a:xfrm>
            <a:off x="603060" y="4010922"/>
            <a:ext cx="15521611" cy="5472366"/>
          </a:xfrm>
          <a:prstGeom prst="rect">
            <a:avLst/>
          </a:prstGeom>
          <a:ln w="12700">
            <a:miter lim="400000"/>
          </a:ln>
          <a:extLst>
            <a:ext uri="{C572A759-6A51-4108-AA02-DFA0A04FC94B}">
              <ma14:wrappingTextBoxFlag xmlns:ma14="http://schemas.microsoft.com/office/mac/drawingml/2011/main" val="1"/>
            </a:ext>
          </a:extLst>
        </p:spPr>
        <p:txBody>
          <a:bodyPr lIns="243798" tIns="243798" rIns="243798" bIns="243798">
            <a:normAutofit fontScale="100000" lnSpcReduction="0"/>
          </a:bodyPr>
          <a:lstStyle/>
          <a:p>
            <a:pPr defTabSz="1365503">
              <a:lnSpc>
                <a:spcPct val="100000"/>
              </a:lnSpc>
              <a:spcBef>
                <a:spcPts val="0"/>
              </a:spcBef>
              <a:defRPr sz="6200">
                <a:solidFill>
                  <a:srgbClr val="80BFB7"/>
                </a:solidFill>
                <a:latin typeface="Dosis Light"/>
                <a:ea typeface="Dosis Light"/>
                <a:cs typeface="Dosis Light"/>
                <a:sym typeface="Dosis Light"/>
              </a:defRPr>
            </a:pPr>
          </a:p>
          <a:p>
            <a:pPr marL="128015" indent="-128015" defTabSz="1365503">
              <a:lnSpc>
                <a:spcPct val="150000"/>
              </a:lnSpc>
              <a:spcBef>
                <a:spcPts val="0"/>
              </a:spcBef>
              <a:buSzPts val="6200"/>
              <a:buChar char="•"/>
              <a:defRPr sz="6200">
                <a:solidFill>
                  <a:srgbClr val="80BFB7"/>
                </a:solidFill>
                <a:latin typeface="Dosis Light"/>
                <a:ea typeface="Dosis Light"/>
                <a:cs typeface="Dosis Light"/>
                <a:sym typeface="Dosis Light"/>
              </a:defRPr>
            </a:pPr>
            <a:r>
              <a:t>Switch from subjective analysis to </a:t>
            </a:r>
            <a:r>
              <a:rPr b="1">
                <a:latin typeface="Menlo Regular"/>
                <a:ea typeface="Menlo Regular"/>
                <a:cs typeface="Menlo Regular"/>
                <a:sym typeface="Menlo Regular"/>
              </a:rPr>
              <a:t>OBJECTIVE</a:t>
            </a:r>
            <a:r>
              <a:t>, </a:t>
            </a:r>
            <a:r>
              <a:rPr b="1">
                <a:latin typeface="Menlo Regular"/>
                <a:ea typeface="Menlo Regular"/>
                <a:cs typeface="Menlo Regular"/>
                <a:sym typeface="Menlo Regular"/>
              </a:rPr>
              <a:t>REPEATABLE</a:t>
            </a:r>
            <a:r>
              <a:t> and </a:t>
            </a:r>
            <a:r>
              <a:rPr b="1">
                <a:latin typeface="Menlo Regular"/>
                <a:ea typeface="Menlo Regular"/>
                <a:cs typeface="Menlo Regular"/>
                <a:sym typeface="Menlo Regular"/>
              </a:rPr>
              <a:t>MEASURABLE</a:t>
            </a:r>
            <a:r>
              <a:t> results.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3" name="Distributional Semantics"/>
          <p:cNvSpPr txBox="1"/>
          <p:nvPr>
            <p:ph type="title"/>
          </p:nvPr>
        </p:nvSpPr>
        <p:spPr>
          <a:xfrm>
            <a:off x="2446116" y="208271"/>
            <a:ext cx="13286048" cy="2837790"/>
          </a:xfrm>
          <a:prstGeom prst="rect">
            <a:avLst/>
          </a:prstGeom>
        </p:spPr>
        <p:txBody>
          <a:bodyPr/>
          <a:lstStyle>
            <a:lvl1pPr algn="ctr">
              <a:defRPr b="1" sz="7000"/>
            </a:lvl1pPr>
          </a:lstStyle>
          <a:p>
            <a:pPr/>
            <a:r>
              <a:t>Purposes of Computational Text Analysis</a:t>
            </a:r>
          </a:p>
        </p:txBody>
      </p:sp>
      <p:sp>
        <p:nvSpPr>
          <p:cNvPr id="1244" name="is at the crossroads of:…"/>
          <p:cNvSpPr txBox="1"/>
          <p:nvPr/>
        </p:nvSpPr>
        <p:spPr>
          <a:xfrm>
            <a:off x="603060" y="4010922"/>
            <a:ext cx="15521611" cy="5472366"/>
          </a:xfrm>
          <a:prstGeom prst="rect">
            <a:avLst/>
          </a:prstGeom>
          <a:ln w="12700">
            <a:miter lim="400000"/>
          </a:ln>
          <a:extLst>
            <a:ext uri="{C572A759-6A51-4108-AA02-DFA0A04FC94B}">
              <ma14:wrappingTextBoxFlag xmlns:ma14="http://schemas.microsoft.com/office/mac/drawingml/2011/main" val="1"/>
            </a:ext>
          </a:extLst>
        </p:spPr>
        <p:txBody>
          <a:bodyPr lIns="243798" tIns="243798" rIns="243798" bIns="243798">
            <a:normAutofit fontScale="100000" lnSpcReduction="0"/>
          </a:bodyPr>
          <a:lstStyle/>
          <a:p>
            <a:pPr defTabSz="1365503">
              <a:lnSpc>
                <a:spcPct val="100000"/>
              </a:lnSpc>
              <a:spcBef>
                <a:spcPts val="0"/>
              </a:spcBef>
              <a:defRPr sz="6200">
                <a:solidFill>
                  <a:srgbClr val="80BFB7"/>
                </a:solidFill>
                <a:latin typeface="Dosis Light"/>
                <a:ea typeface="Dosis Light"/>
                <a:cs typeface="Dosis Light"/>
                <a:sym typeface="Dosis Light"/>
              </a:defRPr>
            </a:pPr>
          </a:p>
          <a:p>
            <a:pPr marL="128015" indent="-128015" defTabSz="1365503">
              <a:lnSpc>
                <a:spcPct val="150000"/>
              </a:lnSpc>
              <a:spcBef>
                <a:spcPts val="0"/>
              </a:spcBef>
              <a:buSzPts val="6200"/>
              <a:buChar char="•"/>
              <a:defRPr sz="6200">
                <a:solidFill>
                  <a:srgbClr val="80BFB7"/>
                </a:solidFill>
                <a:latin typeface="Dosis Light"/>
                <a:ea typeface="Dosis Light"/>
                <a:cs typeface="Dosis Light"/>
                <a:sym typeface="Dosis Light"/>
              </a:defRPr>
            </a:pPr>
            <a:r>
              <a:t>Switch from subjective analysis to </a:t>
            </a:r>
            <a:r>
              <a:rPr b="1">
                <a:latin typeface="Menlo Regular"/>
                <a:ea typeface="Menlo Regular"/>
                <a:cs typeface="Menlo Regular"/>
                <a:sym typeface="Menlo Regular"/>
              </a:rPr>
              <a:t>OBJECTIVE</a:t>
            </a:r>
            <a:r>
              <a:t>, </a:t>
            </a:r>
            <a:r>
              <a:rPr b="1">
                <a:latin typeface="Menlo Regular"/>
                <a:ea typeface="Menlo Regular"/>
                <a:cs typeface="Menlo Regular"/>
                <a:sym typeface="Menlo Regular"/>
              </a:rPr>
              <a:t>REPEATABLE</a:t>
            </a:r>
            <a:r>
              <a:t> and </a:t>
            </a:r>
            <a:r>
              <a:rPr b="1">
                <a:latin typeface="Menlo Regular"/>
                <a:ea typeface="Menlo Regular"/>
                <a:cs typeface="Menlo Regular"/>
                <a:sym typeface="Menlo Regular"/>
              </a:rPr>
              <a:t>MEASURABLE</a:t>
            </a:r>
            <a:r>
              <a:t> results.</a:t>
            </a:r>
          </a:p>
        </p:txBody>
      </p:sp>
      <p:sp>
        <p:nvSpPr>
          <p:cNvPr id="1245" name="We want QUANTIFIABLE results"/>
          <p:cNvSpPr txBox="1"/>
          <p:nvPr/>
        </p:nvSpPr>
        <p:spPr>
          <a:xfrm>
            <a:off x="857649" y="11557100"/>
            <a:ext cx="15870831" cy="1181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1365503">
              <a:lnSpc>
                <a:spcPct val="150000"/>
              </a:lnSpc>
              <a:spcBef>
                <a:spcPts val="0"/>
              </a:spcBef>
              <a:defRPr b="1" sz="7300">
                <a:solidFill>
                  <a:srgbClr val="80BFB7"/>
                </a:solidFill>
                <a:latin typeface="Menlo Regular"/>
                <a:ea typeface="Menlo Regular"/>
                <a:cs typeface="Menlo Regular"/>
                <a:sym typeface="Menlo Regular"/>
              </a:defRPr>
            </a:pPr>
            <a:r>
              <a:t>We want </a:t>
            </a:r>
            <a:r>
              <a:rPr u="sng">
                <a:solidFill>
                  <a:srgbClr val="BD6E5C"/>
                </a:solidFill>
              </a:rPr>
              <a:t>QUANTIFIABLE</a:t>
            </a:r>
            <a:r>
              <a:t> results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7" name="Corpus Linguistics"/>
          <p:cNvSpPr txBox="1"/>
          <p:nvPr/>
        </p:nvSpPr>
        <p:spPr>
          <a:xfrm>
            <a:off x="8471975" y="1270413"/>
            <a:ext cx="5679952" cy="72124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defTabSz="2438400">
              <a:lnSpc>
                <a:spcPct val="100000"/>
              </a:lnSpc>
              <a:spcBef>
                <a:spcPts val="0"/>
              </a:spcBef>
              <a:defRPr b="1" sz="5200">
                <a:latin typeface="Times New Roman"/>
                <a:ea typeface="Times New Roman"/>
                <a:cs typeface="Times New Roman"/>
                <a:sym typeface="Times New Roman"/>
              </a:defRPr>
            </a:lvl1pPr>
          </a:lstStyle>
          <a:p>
            <a:pPr/>
            <a:r>
              <a:t>Real-world example</a:t>
            </a:r>
          </a:p>
        </p:txBody>
      </p:sp>
      <p:sp>
        <p:nvSpPr>
          <p:cNvPr id="1248" name="Since a linguistic corpus is a large collection of text and/or spoken utterances, it can be assumed to represent — to some extent — the language and its use patterns; but more than that, a part of the collective knowledge and stereotypes embedded in the "/>
          <p:cNvSpPr txBox="1"/>
          <p:nvPr/>
        </p:nvSpPr>
        <p:spPr>
          <a:xfrm>
            <a:off x="556827" y="2715308"/>
            <a:ext cx="14684643" cy="67260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defTabSz="1219200">
              <a:lnSpc>
                <a:spcPct val="150000"/>
              </a:lnSpc>
              <a:spcBef>
                <a:spcPts val="3200"/>
              </a:spcBef>
              <a:defRPr>
                <a:latin typeface="Times New Roman"/>
                <a:ea typeface="Times New Roman"/>
                <a:cs typeface="Times New Roman"/>
                <a:sym typeface="Times New Roman"/>
              </a:defRPr>
            </a:pPr>
            <a:r>
              <a:t>Can I use the word </a:t>
            </a:r>
            <a:r>
              <a:rPr b="1" i="1"/>
              <a:t>oftentimes </a:t>
            </a:r>
            <a:r>
              <a:t>in a scientific paper?</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0" name="Corpus Linguistics"/>
          <p:cNvSpPr txBox="1"/>
          <p:nvPr/>
        </p:nvSpPr>
        <p:spPr>
          <a:xfrm>
            <a:off x="8471975" y="1270413"/>
            <a:ext cx="5679952" cy="72124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defTabSz="2438400">
              <a:lnSpc>
                <a:spcPct val="100000"/>
              </a:lnSpc>
              <a:spcBef>
                <a:spcPts val="0"/>
              </a:spcBef>
              <a:defRPr b="1" sz="5200">
                <a:latin typeface="Times New Roman"/>
                <a:ea typeface="Times New Roman"/>
                <a:cs typeface="Times New Roman"/>
                <a:sym typeface="Times New Roman"/>
              </a:defRPr>
            </a:lvl1pPr>
          </a:lstStyle>
          <a:p>
            <a:pPr/>
            <a:r>
              <a:t>Real-world example</a:t>
            </a:r>
          </a:p>
        </p:txBody>
      </p:sp>
      <p:sp>
        <p:nvSpPr>
          <p:cNvPr id="1251" name="Since a linguistic corpus is a large collection of text and/or spoken utterances, it can be assumed to represent — to some extent — the language and its use patterns; but more than that, a part of the collective knowledge and stereotypes embedded in the "/>
          <p:cNvSpPr txBox="1"/>
          <p:nvPr/>
        </p:nvSpPr>
        <p:spPr>
          <a:xfrm>
            <a:off x="556827" y="2715308"/>
            <a:ext cx="14684643" cy="67260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defTabSz="1219200">
              <a:lnSpc>
                <a:spcPct val="150000"/>
              </a:lnSpc>
              <a:spcBef>
                <a:spcPts val="3200"/>
              </a:spcBef>
              <a:defRPr>
                <a:latin typeface="Times New Roman"/>
                <a:ea typeface="Times New Roman"/>
                <a:cs typeface="Times New Roman"/>
                <a:sym typeface="Times New Roman"/>
              </a:defRPr>
            </a:pPr>
            <a:r>
              <a:t>Can I use the word </a:t>
            </a:r>
            <a:r>
              <a:rPr b="1" i="1"/>
              <a:t>oftentimes </a:t>
            </a:r>
            <a:r>
              <a:t>in a scientific paper?</a:t>
            </a:r>
          </a:p>
        </p:txBody>
      </p:sp>
      <p:sp>
        <p:nvSpPr>
          <p:cNvPr id="1252" name="We can rely on our intuition, but instead of that we can try to…"/>
          <p:cNvSpPr txBox="1"/>
          <p:nvPr/>
        </p:nvSpPr>
        <p:spPr>
          <a:xfrm>
            <a:off x="384192" y="6383292"/>
            <a:ext cx="16519857" cy="203314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We can rely on our intuition, but instead of that we can try to</a:t>
            </a:r>
          </a:p>
          <a:p>
            <a:pPr/>
            <a:r>
              <a:t>measure the popularity of these words:</a:t>
            </a:r>
          </a:p>
        </p:txBody>
      </p:sp>
      <p:sp>
        <p:nvSpPr>
          <p:cNvPr id="1253" name="https://books.google.com/ngrams/"/>
          <p:cNvSpPr txBox="1"/>
          <p:nvPr/>
        </p:nvSpPr>
        <p:spPr>
          <a:xfrm>
            <a:off x="4121148" y="10377019"/>
            <a:ext cx="10284867" cy="82051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a:solidFill>
                  <a:schemeClr val="accent1">
                    <a:lumOff val="-13575"/>
                  </a:schemeClr>
                </a:solidFill>
              </a:defRPr>
            </a:lvl1pPr>
          </a:lstStyle>
          <a:p>
            <a:pPr/>
            <a:r>
              <a:t>https://books.google.com/ngrams/</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255" name="wklejony-film.png" descr="wklejony-film.png"/>
          <p:cNvPicPr>
            <a:picLocks noChangeAspect="1"/>
          </p:cNvPicPr>
          <p:nvPr/>
        </p:nvPicPr>
        <p:blipFill>
          <a:blip r:embed="rId2">
            <a:extLst/>
          </a:blip>
          <a:stretch>
            <a:fillRect/>
          </a:stretch>
        </p:blipFill>
        <p:spPr>
          <a:xfrm>
            <a:off x="253460" y="440097"/>
            <a:ext cx="24231046" cy="12835806"/>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7" name="We no longer rely on our intuition…"/>
          <p:cNvSpPr txBox="1"/>
          <p:nvPr/>
        </p:nvSpPr>
        <p:spPr>
          <a:xfrm>
            <a:off x="212569" y="3429252"/>
            <a:ext cx="19360609" cy="24193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1365503">
              <a:lnSpc>
                <a:spcPct val="150000"/>
              </a:lnSpc>
              <a:spcBef>
                <a:spcPts val="0"/>
              </a:spcBef>
              <a:defRPr b="1" sz="6300">
                <a:solidFill>
                  <a:srgbClr val="80BFB7"/>
                </a:solidFill>
                <a:latin typeface="Menlo Regular"/>
                <a:ea typeface="Menlo Regular"/>
                <a:cs typeface="Menlo Regular"/>
                <a:sym typeface="Menlo Regular"/>
              </a:defRPr>
            </a:pPr>
            <a:r>
              <a:t>We no longer rely on our </a:t>
            </a:r>
            <a:r>
              <a:rPr strike="sngStrike"/>
              <a:t>intuition</a:t>
            </a:r>
          </a:p>
          <a:p>
            <a:pPr defTabSz="1365503">
              <a:lnSpc>
                <a:spcPct val="150000"/>
              </a:lnSpc>
              <a:spcBef>
                <a:spcPts val="0"/>
              </a:spcBef>
              <a:defRPr b="1" sz="6300">
                <a:solidFill>
                  <a:srgbClr val="80BFB7"/>
                </a:solidFill>
                <a:latin typeface="Menlo Regular"/>
                <a:ea typeface="Menlo Regular"/>
                <a:cs typeface="Menlo Regular"/>
                <a:sym typeface="Menlo Regular"/>
              </a:defRPr>
            </a:pPr>
            <a:r>
              <a:t>or </a:t>
            </a:r>
            <a:r>
              <a:rPr strike="sngStrike"/>
              <a:t>convictions</a:t>
            </a:r>
            <a:r>
              <a:t>, but on </a:t>
            </a:r>
            <a:r>
              <a:rPr u="sng">
                <a:solidFill>
                  <a:srgbClr val="BD6E5C"/>
                </a:solidFill>
              </a:rPr>
              <a:t>DATA</a:t>
            </a:r>
            <a:r>
              <a:rPr>
                <a:solidFill>
                  <a:srgbClr val="8EBDB7"/>
                </a:solidFill>
              </a:rPr>
              <a:t>.</a:t>
            </a:r>
          </a:p>
        </p:txBody>
      </p:sp>
      <p:sp>
        <p:nvSpPr>
          <p:cNvPr id="1258" name="Thus, we need tools to MEASURE…"/>
          <p:cNvSpPr txBox="1"/>
          <p:nvPr/>
        </p:nvSpPr>
        <p:spPr>
          <a:xfrm>
            <a:off x="212569" y="8329839"/>
            <a:ext cx="19360609" cy="24193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1365503">
              <a:lnSpc>
                <a:spcPct val="150000"/>
              </a:lnSpc>
              <a:spcBef>
                <a:spcPts val="0"/>
              </a:spcBef>
              <a:defRPr b="1" sz="6300">
                <a:solidFill>
                  <a:srgbClr val="80BFB7"/>
                </a:solidFill>
                <a:latin typeface="Menlo Regular"/>
                <a:ea typeface="Menlo Regular"/>
                <a:cs typeface="Menlo Regular"/>
                <a:sym typeface="Menlo Regular"/>
              </a:defRPr>
            </a:pPr>
            <a:r>
              <a:t>Thus, we need tools to </a:t>
            </a:r>
            <a:r>
              <a:rPr u="sng">
                <a:solidFill>
                  <a:srgbClr val="BD6E5C"/>
                </a:solidFill>
              </a:rPr>
              <a:t>MEASURE</a:t>
            </a:r>
            <a:endParaRPr u="sng">
              <a:solidFill>
                <a:srgbClr val="BD6E5C"/>
              </a:solidFill>
            </a:endParaRPr>
          </a:p>
          <a:p>
            <a:pPr defTabSz="1365503">
              <a:lnSpc>
                <a:spcPct val="150000"/>
              </a:lnSpc>
              <a:spcBef>
                <a:spcPts val="0"/>
              </a:spcBef>
              <a:defRPr b="1" sz="6300">
                <a:solidFill>
                  <a:srgbClr val="80BFB7"/>
                </a:solidFill>
                <a:latin typeface="Menlo Regular"/>
                <a:ea typeface="Menlo Regular"/>
                <a:cs typeface="Menlo Regular"/>
                <a:sym typeface="Menlo Regular"/>
              </a:defRPr>
            </a:pPr>
            <a:r>
              <a:t>what may seem unmeasurable.</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0" name="This means, that Computational Text Analysis is not an end in itself."/>
          <p:cNvSpPr txBox="1"/>
          <p:nvPr/>
        </p:nvSpPr>
        <p:spPr>
          <a:xfrm>
            <a:off x="109357" y="1648832"/>
            <a:ext cx="19360608" cy="24193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365503">
              <a:lnSpc>
                <a:spcPct val="150000"/>
              </a:lnSpc>
              <a:spcBef>
                <a:spcPts val="0"/>
              </a:spcBef>
              <a:defRPr b="1" sz="6300">
                <a:solidFill>
                  <a:srgbClr val="80BFB7"/>
                </a:solidFill>
                <a:latin typeface="Menlo Regular"/>
                <a:ea typeface="Menlo Regular"/>
                <a:cs typeface="Menlo Regular"/>
                <a:sym typeface="Menlo Regular"/>
              </a:defRPr>
            </a:lvl1pPr>
          </a:lstStyle>
          <a:p>
            <a:pPr/>
            <a:r>
              <a:t>This means, that Computational Text Analysis is not an end in itself.</a:t>
            </a:r>
          </a:p>
        </p:txBody>
      </p:sp>
      <p:sp>
        <p:nvSpPr>
          <p:cNvPr id="1261" name="It is a tool to extract information, check hypothesis and find new insights from any textual information."/>
          <p:cNvSpPr txBox="1"/>
          <p:nvPr/>
        </p:nvSpPr>
        <p:spPr>
          <a:xfrm>
            <a:off x="135160" y="5805865"/>
            <a:ext cx="18108550" cy="52006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365503">
              <a:lnSpc>
                <a:spcPct val="150000"/>
              </a:lnSpc>
              <a:spcBef>
                <a:spcPts val="0"/>
              </a:spcBef>
              <a:defRPr b="1" sz="6300">
                <a:solidFill>
                  <a:srgbClr val="80BFB7"/>
                </a:solidFill>
                <a:latin typeface="Menlo Regular"/>
                <a:ea typeface="Menlo Regular"/>
                <a:cs typeface="Menlo Regular"/>
                <a:sym typeface="Menlo Regular"/>
              </a:defRPr>
            </a:lvl1pPr>
          </a:lstStyle>
          <a:p>
            <a:pPr/>
            <a:r>
              <a:t>It is a tool to extract information, check hypothesis and find new insights from any textual information.</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3" name="It is a SUPPORTING DISCIPLINE for any field that works with text."/>
          <p:cNvSpPr txBox="1"/>
          <p:nvPr/>
        </p:nvSpPr>
        <p:spPr>
          <a:xfrm>
            <a:off x="315783" y="8306051"/>
            <a:ext cx="17100712" cy="24193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1365503">
              <a:lnSpc>
                <a:spcPct val="150000"/>
              </a:lnSpc>
              <a:spcBef>
                <a:spcPts val="0"/>
              </a:spcBef>
              <a:defRPr b="1" sz="6300">
                <a:solidFill>
                  <a:srgbClr val="80BFB7"/>
                </a:solidFill>
                <a:latin typeface="Menlo Regular"/>
                <a:ea typeface="Menlo Regular"/>
                <a:cs typeface="Menlo Regular"/>
                <a:sym typeface="Menlo Regular"/>
              </a:defRPr>
            </a:pPr>
            <a:r>
              <a:t>It is a </a:t>
            </a:r>
            <a:r>
              <a:rPr u="sng">
                <a:solidFill>
                  <a:srgbClr val="BD6E5C"/>
                </a:solidFill>
              </a:rPr>
              <a:t>SUPPORTING DISCIPLINE</a:t>
            </a:r>
            <a:r>
              <a:t> for any field that works with text.</a:t>
            </a:r>
          </a:p>
        </p:txBody>
      </p:sp>
      <p:sp>
        <p:nvSpPr>
          <p:cNvPr id="1264" name="Computational text analysis is inherently interdisciplinary and can should support research in any field involving textual material."/>
          <p:cNvSpPr txBox="1"/>
          <p:nvPr/>
        </p:nvSpPr>
        <p:spPr>
          <a:xfrm>
            <a:off x="315782" y="490412"/>
            <a:ext cx="17100714" cy="52006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1365503">
              <a:lnSpc>
                <a:spcPct val="150000"/>
              </a:lnSpc>
              <a:spcBef>
                <a:spcPts val="0"/>
              </a:spcBef>
              <a:defRPr b="1" sz="6300">
                <a:solidFill>
                  <a:srgbClr val="80BFB7"/>
                </a:solidFill>
                <a:latin typeface="Menlo Regular"/>
                <a:ea typeface="Menlo Regular"/>
                <a:cs typeface="Menlo Regular"/>
                <a:sym typeface="Menlo Regular"/>
              </a:defRPr>
            </a:pPr>
            <a:r>
              <a:t>Computational text analysis is inherently interdisciplinary and </a:t>
            </a:r>
            <a:r>
              <a:rPr strike="sngStrike"/>
              <a:t>can</a:t>
            </a:r>
            <a:r>
              <a:t> </a:t>
            </a:r>
            <a:r>
              <a:rPr u="sng">
                <a:solidFill>
                  <a:srgbClr val="BD6E5C"/>
                </a:solidFill>
              </a:rPr>
              <a:t>should</a:t>
            </a:r>
            <a:r>
              <a:t> support research in any field involving textual material.</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6" name="HUMAN EXPERTISE remains essential."/>
          <p:cNvSpPr txBox="1"/>
          <p:nvPr/>
        </p:nvSpPr>
        <p:spPr>
          <a:xfrm>
            <a:off x="315783" y="11065630"/>
            <a:ext cx="17100712" cy="10287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365503">
              <a:lnSpc>
                <a:spcPct val="150000"/>
              </a:lnSpc>
              <a:spcBef>
                <a:spcPts val="0"/>
              </a:spcBef>
              <a:defRPr b="1" sz="6300" u="sng">
                <a:solidFill>
                  <a:srgbClr val="BD6E5C"/>
                </a:solidFill>
                <a:latin typeface="Menlo Regular"/>
                <a:ea typeface="Menlo Regular"/>
                <a:cs typeface="Menlo Regular"/>
                <a:sym typeface="Menlo Regular"/>
              </a:defRPr>
            </a:lvl1pPr>
          </a:lstStyle>
          <a:p>
            <a:pPr>
              <a:defRPr u="none">
                <a:solidFill>
                  <a:srgbClr val="80BFB7"/>
                </a:solidFill>
              </a:defRPr>
            </a:pPr>
            <a:r>
              <a:rPr u="sng">
                <a:solidFill>
                  <a:srgbClr val="BD6E5C"/>
                </a:solidFill>
              </a:rPr>
              <a:t>HUMAN EXPERTISE remains essential.</a:t>
            </a:r>
          </a:p>
        </p:txBody>
      </p:sp>
      <p:sp>
        <p:nvSpPr>
          <p:cNvPr id="1267" name="This does not replace expert knowledge."/>
          <p:cNvSpPr txBox="1"/>
          <p:nvPr/>
        </p:nvSpPr>
        <p:spPr>
          <a:xfrm>
            <a:off x="315782" y="1881061"/>
            <a:ext cx="17100714" cy="24193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365503">
              <a:lnSpc>
                <a:spcPct val="150000"/>
              </a:lnSpc>
              <a:spcBef>
                <a:spcPts val="0"/>
              </a:spcBef>
              <a:defRPr b="1" sz="6300">
                <a:solidFill>
                  <a:srgbClr val="80BFB7"/>
                </a:solidFill>
                <a:latin typeface="Menlo Regular"/>
                <a:ea typeface="Menlo Regular"/>
                <a:cs typeface="Menlo Regular"/>
                <a:sym typeface="Menlo Regular"/>
              </a:defRPr>
            </a:lvl1pPr>
          </a:lstStyle>
          <a:p>
            <a:pPr/>
            <a:r>
              <a:t>This does not replace expert knowledge.</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9" name="These methods complement than replace domain expertise (we still need to think)."/>
          <p:cNvSpPr txBox="1"/>
          <p:nvPr/>
        </p:nvSpPr>
        <p:spPr>
          <a:xfrm>
            <a:off x="315782" y="1056720"/>
            <a:ext cx="17100714" cy="3810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1365503">
              <a:lnSpc>
                <a:spcPct val="150000"/>
              </a:lnSpc>
              <a:spcBef>
                <a:spcPts val="0"/>
              </a:spcBef>
              <a:defRPr b="1" sz="6300">
                <a:solidFill>
                  <a:srgbClr val="80BFB7"/>
                </a:solidFill>
                <a:latin typeface="Menlo Regular"/>
                <a:ea typeface="Menlo Regular"/>
                <a:cs typeface="Menlo Regular"/>
                <a:sym typeface="Menlo Regular"/>
              </a:defRPr>
            </a:pPr>
            <a:r>
              <a:t>These methods complement than replace domain expertise</a:t>
            </a:r>
            <a:br/>
            <a:r>
              <a:t>(we still need to think).</a:t>
            </a:r>
          </a:p>
        </p:txBody>
      </p:sp>
      <p:sp>
        <p:nvSpPr>
          <p:cNvPr id="1270" name="A big part of data science is…"/>
          <p:cNvSpPr txBox="1"/>
          <p:nvPr/>
        </p:nvSpPr>
        <p:spPr>
          <a:xfrm>
            <a:off x="410732" y="5986185"/>
            <a:ext cx="14693341" cy="241935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1365503">
              <a:lnSpc>
                <a:spcPct val="150000"/>
              </a:lnSpc>
              <a:spcBef>
                <a:spcPts val="0"/>
              </a:spcBef>
              <a:defRPr b="1" sz="6300">
                <a:solidFill>
                  <a:srgbClr val="80BFB7"/>
                </a:solidFill>
                <a:latin typeface="Menlo Regular"/>
                <a:ea typeface="Menlo Regular"/>
                <a:cs typeface="Menlo Regular"/>
                <a:sym typeface="Menlo Regular"/>
              </a:defRPr>
            </a:pPr>
            <a:r>
              <a:t>A big part of data science is </a:t>
            </a:r>
          </a:p>
          <a:p>
            <a:pPr defTabSz="1365503">
              <a:lnSpc>
                <a:spcPct val="150000"/>
              </a:lnSpc>
              <a:spcBef>
                <a:spcPts val="0"/>
              </a:spcBef>
              <a:defRPr b="1" sz="6300">
                <a:solidFill>
                  <a:srgbClr val="80BFB7"/>
                </a:solidFill>
                <a:latin typeface="Menlo Regular"/>
                <a:ea typeface="Menlo Regular"/>
                <a:cs typeface="Menlo Regular"/>
                <a:sym typeface="Menlo Regular"/>
              </a:defRPr>
            </a:pPr>
            <a:r>
              <a:t>in interpreting our results.</a:t>
            </a:r>
          </a:p>
        </p:txBody>
      </p:sp>
      <p:sp>
        <p:nvSpPr>
          <p:cNvPr id="1271" name="Domain knowledge must be incorporated to get the best…"/>
          <p:cNvSpPr txBox="1"/>
          <p:nvPr/>
        </p:nvSpPr>
        <p:spPr>
          <a:xfrm>
            <a:off x="410732" y="9525000"/>
            <a:ext cx="16493317" cy="3810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1365503">
              <a:lnSpc>
                <a:spcPct val="150000"/>
              </a:lnSpc>
              <a:spcBef>
                <a:spcPts val="0"/>
              </a:spcBef>
              <a:defRPr b="1" sz="6300">
                <a:solidFill>
                  <a:srgbClr val="80BFB7"/>
                </a:solidFill>
                <a:latin typeface="Menlo Regular"/>
                <a:ea typeface="Menlo Regular"/>
                <a:cs typeface="Menlo Regular"/>
                <a:sym typeface="Menlo Regular"/>
              </a:defRPr>
            </a:pPr>
            <a:r>
              <a:t>Domain knowledge must be incorporated to get the best</a:t>
            </a:r>
          </a:p>
          <a:p>
            <a:pPr defTabSz="1365503">
              <a:lnSpc>
                <a:spcPct val="150000"/>
              </a:lnSpc>
              <a:spcBef>
                <a:spcPts val="0"/>
              </a:spcBef>
              <a:defRPr b="1" sz="6300">
                <a:solidFill>
                  <a:srgbClr val="80BFB7"/>
                </a:solidFill>
                <a:latin typeface="Menlo Regular"/>
                <a:ea typeface="Menlo Regular"/>
                <a:cs typeface="Menlo Regular"/>
                <a:sym typeface="Menlo Regular"/>
              </a:defRPr>
            </a:pPr>
            <a:r>
              <a:t>of Digital Humanities.</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275" name="Research in the vein of Digital Humanities can give different answers  from those we are used to or from those we know from „classical research”.…"/>
          <p:cNvGrpSpPr/>
          <p:nvPr/>
        </p:nvGrpSpPr>
        <p:grpSpPr>
          <a:xfrm>
            <a:off x="60381" y="3607543"/>
            <a:ext cx="23562442" cy="6500914"/>
            <a:chOff x="0" y="0"/>
            <a:chExt cx="23562440" cy="6500913"/>
          </a:xfrm>
        </p:grpSpPr>
        <p:sp>
          <p:nvSpPr>
            <p:cNvPr id="1273" name="Research in the vein of Digital Humanities can give different answers  from those we are used to or from those we know from „classical research”.…"/>
            <p:cNvSpPr txBox="1"/>
            <p:nvPr/>
          </p:nvSpPr>
          <p:spPr>
            <a:xfrm>
              <a:off x="914399" y="876300"/>
              <a:ext cx="21835242" cy="48118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marL="609600" indent="-609600" algn="just" defTabSz="2438400">
                <a:lnSpc>
                  <a:spcPct val="150000"/>
                </a:lnSpc>
                <a:spcBef>
                  <a:spcPts val="0"/>
                </a:spcBef>
                <a:buSzPct val="100000"/>
                <a:buChar char="•"/>
                <a:defRPr>
                  <a:latin typeface="Times New Roman"/>
                  <a:ea typeface="Times New Roman"/>
                  <a:cs typeface="Times New Roman"/>
                  <a:sym typeface="Times New Roman"/>
                </a:defRPr>
              </a:pPr>
              <a:r>
                <a:t>Research in the vein of Digital Humanities can give different answers </a:t>
              </a:r>
              <a:br/>
              <a:r>
                <a:t>from those we are used to or from those we know from „classical research”.</a:t>
              </a:r>
            </a:p>
            <a:p>
              <a:pPr algn="just" defTabSz="2438400">
                <a:lnSpc>
                  <a:spcPct val="150000"/>
                </a:lnSpc>
                <a:spcBef>
                  <a:spcPts val="0"/>
                </a:spcBef>
                <a:defRPr>
                  <a:latin typeface="Times New Roman"/>
                  <a:ea typeface="Times New Roman"/>
                  <a:cs typeface="Times New Roman"/>
                  <a:sym typeface="Times New Roman"/>
                </a:defRPr>
              </a:pPr>
            </a:p>
            <a:p>
              <a:pPr marL="609600" indent="-609600" algn="just" defTabSz="2438400">
                <a:lnSpc>
                  <a:spcPct val="150000"/>
                </a:lnSpc>
                <a:spcBef>
                  <a:spcPts val="0"/>
                </a:spcBef>
                <a:buSzPct val="100000"/>
                <a:buChar char="•"/>
                <a:defRPr b="1">
                  <a:latin typeface="Times New Roman"/>
                  <a:ea typeface="Times New Roman"/>
                  <a:cs typeface="Times New Roman"/>
                  <a:sym typeface="Times New Roman"/>
                </a:defRPr>
              </a:pPr>
              <a:r>
                <a:t>However, it is necessary to return from graphs, charts, plots, </a:t>
              </a:r>
              <a:br/>
              <a:r>
                <a:t>and AI to the texts and to analyse and interpret them in the face of these data.</a:t>
              </a:r>
            </a:p>
          </p:txBody>
        </p:sp>
        <p:pic>
          <p:nvPicPr>
            <p:cNvPr id="1274" name="Research in the vein of Digital Humanities can give different answers  from those we are used to or from those we know from „classical research”.… Research in the vein of Digital Humanities can give different answers  from those we are used to or from th" descr="Research in the vein of Digital Humanities can give different answers  from those we are used to or from those we know from „classical research”.… Research in the vein of Digital Humanities can give different answers  from those we are used to or from th"/>
            <p:cNvPicPr>
              <a:picLocks noChangeAspect="1"/>
            </p:cNvPicPr>
            <p:nvPr/>
          </p:nvPicPr>
          <p:blipFill>
            <a:blip r:embed="rId2">
              <a:extLst/>
            </a:blip>
            <a:stretch>
              <a:fillRect/>
            </a:stretch>
          </p:blipFill>
          <p:spPr>
            <a:xfrm>
              <a:off x="-1" y="-1"/>
              <a:ext cx="23562442" cy="6500915"/>
            </a:xfrm>
            <a:prstGeom prst="rect">
              <a:avLst/>
            </a:prstGeom>
            <a:ln w="12700" cap="flat">
              <a:noFill/>
              <a:miter lim="400000"/>
            </a:ln>
            <a:effectLst/>
          </p:spPr>
        </p:pic>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7" name="Distributional Semantics"/>
          <p:cNvSpPr txBox="1"/>
          <p:nvPr>
            <p:ph type="title"/>
          </p:nvPr>
        </p:nvSpPr>
        <p:spPr>
          <a:xfrm>
            <a:off x="2315571" y="341154"/>
            <a:ext cx="13809100" cy="2853708"/>
          </a:xfrm>
          <a:prstGeom prst="rect">
            <a:avLst/>
          </a:prstGeom>
        </p:spPr>
        <p:txBody>
          <a:bodyPr/>
          <a:lstStyle>
            <a:lvl1pPr algn="ctr" defTabSz="2072640">
              <a:defRPr b="1" sz="11475"/>
            </a:lvl1pPr>
          </a:lstStyle>
          <a:p>
            <a:pPr/>
            <a:r>
              <a:t>Corpus Linguistics</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9" name="Google Shape;3869;p20"/>
          <p:cNvSpPr txBox="1"/>
          <p:nvPr>
            <p:ph type="title"/>
          </p:nvPr>
        </p:nvSpPr>
        <p:spPr>
          <a:xfrm>
            <a:off x="1556817" y="1022110"/>
            <a:ext cx="13909590" cy="3092803"/>
          </a:xfrm>
          <a:prstGeom prst="rect">
            <a:avLst/>
          </a:prstGeom>
        </p:spPr>
        <p:txBody>
          <a:bodyPr anchor="t"/>
          <a:lstStyle/>
          <a:p>
            <a:pPr/>
            <a:r>
              <a:t>What’s a corpus?</a:t>
            </a:r>
          </a:p>
        </p:txBody>
      </p:sp>
      <p:sp>
        <p:nvSpPr>
          <p:cNvPr id="1280" name="A corpus is a large collection of naturally occurring examples of language stored electronically."/>
          <p:cNvSpPr txBox="1"/>
          <p:nvPr/>
        </p:nvSpPr>
        <p:spPr>
          <a:xfrm>
            <a:off x="487594" y="4701892"/>
            <a:ext cx="16048038" cy="4312216"/>
          </a:xfrm>
          <a:prstGeom prst="rect">
            <a:avLst/>
          </a:prstGeom>
          <a:ln w="12700">
            <a:miter lim="400000"/>
          </a:ln>
          <a:extLst>
            <a:ext uri="{C572A759-6A51-4108-AA02-DFA0A04FC94B}">
              <ma14:wrappingTextBoxFlag xmlns:ma14="http://schemas.microsoft.com/office/mac/drawingml/2011/main" val="1"/>
            </a:ext>
          </a:extLst>
        </p:spPr>
        <p:txBody>
          <a:bodyPr lIns="243798" tIns="243798" rIns="243798" bIns="243798">
            <a:normAutofit fontScale="100000" lnSpcReduction="0"/>
          </a:bodyPr>
          <a:lstStyle/>
          <a:p>
            <a:pPr marL="228599" indent="-228599" defTabSz="2438400">
              <a:lnSpc>
                <a:spcPct val="100000"/>
              </a:lnSpc>
              <a:spcBef>
                <a:spcPts val="0"/>
              </a:spcBef>
              <a:buSzPts val="11100"/>
              <a:buChar char="•"/>
              <a:defRPr sz="11100">
                <a:solidFill>
                  <a:srgbClr val="80BFB7"/>
                </a:solidFill>
                <a:latin typeface="Dosis Light"/>
                <a:ea typeface="Dosis Light"/>
                <a:cs typeface="Dosis Light"/>
                <a:sym typeface="Dosis Light"/>
              </a:defRPr>
            </a:pPr>
          </a:p>
          <a:p>
            <a:pPr marL="228599" indent="-228599" defTabSz="2438400">
              <a:lnSpc>
                <a:spcPct val="140000"/>
              </a:lnSpc>
              <a:spcBef>
                <a:spcPts val="0"/>
              </a:spcBef>
              <a:buSzPts val="5000"/>
              <a:buChar char="•"/>
              <a:defRPr sz="5000">
                <a:solidFill>
                  <a:schemeClr val="accent2">
                    <a:hueOff val="192982"/>
                    <a:satOff val="17755"/>
                    <a:lumOff val="-28483"/>
                  </a:schemeClr>
                </a:solidFill>
                <a:latin typeface="Dosis Light"/>
                <a:ea typeface="Dosis Light"/>
                <a:cs typeface="Dosis Light"/>
                <a:sym typeface="Dosis Light"/>
              </a:defRPr>
            </a:pPr>
            <a:r>
              <a:t>A corpus is a large collection of naturally occurring examples of language stored electronically.</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2" name="The Corpus Approach utilizes a large and principled collection of naturally occurring texts as the basis for analysis,"/>
          <p:cNvSpPr txBox="1"/>
          <p:nvPr/>
        </p:nvSpPr>
        <p:spPr>
          <a:xfrm>
            <a:off x="111092" y="4701892"/>
            <a:ext cx="17540634" cy="7306493"/>
          </a:xfrm>
          <a:prstGeom prst="rect">
            <a:avLst/>
          </a:prstGeom>
          <a:ln w="12700">
            <a:miter lim="400000"/>
          </a:ln>
          <a:extLst>
            <a:ext uri="{C572A759-6A51-4108-AA02-DFA0A04FC94B}">
              <ma14:wrappingTextBoxFlag xmlns:ma14="http://schemas.microsoft.com/office/mac/drawingml/2011/main" val="1"/>
            </a:ext>
          </a:extLst>
        </p:spPr>
        <p:txBody>
          <a:bodyPr lIns="243798" tIns="243798" rIns="243798" bIns="243798">
            <a:normAutofit fontScale="100000" lnSpcReduction="0"/>
          </a:bodyPr>
          <a:lstStyle/>
          <a:p>
            <a:pPr marL="228599" indent="-228599" defTabSz="2438400">
              <a:lnSpc>
                <a:spcPct val="100000"/>
              </a:lnSpc>
              <a:spcBef>
                <a:spcPts val="0"/>
              </a:spcBef>
              <a:buSzPts val="8000"/>
              <a:buChar char="•"/>
              <a:defRPr sz="8000">
                <a:solidFill>
                  <a:srgbClr val="80BFB7"/>
                </a:solidFill>
                <a:latin typeface="Dosis Light"/>
                <a:ea typeface="Dosis Light"/>
                <a:cs typeface="Dosis Light"/>
                <a:sym typeface="Dosis Light"/>
              </a:defRPr>
            </a:pPr>
          </a:p>
          <a:p>
            <a:pPr marL="228599" indent="-228599" defTabSz="2438400">
              <a:lnSpc>
                <a:spcPct val="150000"/>
              </a:lnSpc>
              <a:spcBef>
                <a:spcPts val="0"/>
              </a:spcBef>
              <a:buSzPts val="5000"/>
              <a:buChar char="•"/>
              <a:defRPr sz="5000">
                <a:solidFill>
                  <a:schemeClr val="accent2">
                    <a:hueOff val="192982"/>
                    <a:satOff val="17755"/>
                    <a:lumOff val="-28483"/>
                  </a:schemeClr>
                </a:solidFill>
                <a:latin typeface="Dosis Light"/>
                <a:ea typeface="Dosis Light"/>
                <a:cs typeface="Dosis Light"/>
                <a:sym typeface="Dosis Light"/>
              </a:defRPr>
            </a:pPr>
            <a:r>
              <a:t>This large collection of texts must be </a:t>
            </a:r>
            <a:r>
              <a:rPr>
                <a:solidFill>
                  <a:srgbClr val="BE6E5C"/>
                </a:solidFill>
              </a:rPr>
              <a:t>s</a:t>
            </a:r>
            <a:r>
              <a:rPr>
                <a:solidFill>
                  <a:srgbClr val="BD6E5C"/>
                </a:solidFill>
              </a:rPr>
              <a:t>ystematically selected</a:t>
            </a:r>
            <a:r>
              <a:t> and </a:t>
            </a:r>
            <a:r>
              <a:rPr>
                <a:solidFill>
                  <a:srgbClr val="BD6E5C"/>
                </a:solidFill>
              </a:rPr>
              <a:t>organized</a:t>
            </a:r>
            <a:r>
              <a:t> rather than gathered randomly.</a:t>
            </a:r>
          </a:p>
        </p:txBody>
      </p:sp>
      <p:sp>
        <p:nvSpPr>
          <p:cNvPr id="1283" name="Google Shape;3869;p20"/>
          <p:cNvSpPr txBox="1"/>
          <p:nvPr>
            <p:ph type="title"/>
          </p:nvPr>
        </p:nvSpPr>
        <p:spPr>
          <a:xfrm>
            <a:off x="1556817" y="1022110"/>
            <a:ext cx="13909590" cy="3092803"/>
          </a:xfrm>
          <a:prstGeom prst="rect">
            <a:avLst/>
          </a:prstGeom>
        </p:spPr>
        <p:txBody>
          <a:bodyPr anchor="t"/>
          <a:lstStyle>
            <a:lvl1pPr defTabSz="1731262">
              <a:defRPr sz="9000"/>
            </a:lvl1pPr>
          </a:lstStyle>
          <a:p>
            <a:pPr/>
            <a:r>
              <a:t>What’s a corpus?</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5" name="Google Shape;3869;p20"/>
          <p:cNvSpPr txBox="1"/>
          <p:nvPr>
            <p:ph type="title"/>
          </p:nvPr>
        </p:nvSpPr>
        <p:spPr>
          <a:xfrm>
            <a:off x="1556817" y="1022110"/>
            <a:ext cx="13909590" cy="3092803"/>
          </a:xfrm>
          <a:prstGeom prst="rect">
            <a:avLst/>
          </a:prstGeom>
        </p:spPr>
        <p:txBody>
          <a:bodyPr anchor="t"/>
          <a:lstStyle>
            <a:lvl1pPr defTabSz="1731262">
              <a:defRPr sz="9000"/>
            </a:lvl1pPr>
          </a:lstStyle>
          <a:p>
            <a:pPr/>
            <a:r>
              <a:t>What’s corpus linguistics?</a:t>
            </a:r>
          </a:p>
        </p:txBody>
      </p:sp>
      <p:sp>
        <p:nvSpPr>
          <p:cNvPr id="1286" name="The Corpus Approach is EMPIRICAL, analyzing the actual patterns of language use in natural texts"/>
          <p:cNvSpPr txBox="1"/>
          <p:nvPr/>
        </p:nvSpPr>
        <p:spPr>
          <a:xfrm>
            <a:off x="111092" y="4701892"/>
            <a:ext cx="17540634" cy="7306493"/>
          </a:xfrm>
          <a:prstGeom prst="rect">
            <a:avLst/>
          </a:prstGeom>
          <a:ln w="12700">
            <a:miter lim="400000"/>
          </a:ln>
          <a:extLst>
            <a:ext uri="{C572A759-6A51-4108-AA02-DFA0A04FC94B}">
              <ma14:wrappingTextBoxFlag xmlns:ma14="http://schemas.microsoft.com/office/mac/drawingml/2011/main" val="1"/>
            </a:ext>
          </a:extLst>
        </p:spPr>
        <p:txBody>
          <a:bodyPr lIns="243798" tIns="243798" rIns="243798" bIns="243798">
            <a:normAutofit fontScale="100000" lnSpcReduction="0"/>
          </a:bodyPr>
          <a:lstStyle/>
          <a:p>
            <a:pPr marL="228599" indent="-228599" defTabSz="2438400">
              <a:lnSpc>
                <a:spcPct val="100000"/>
              </a:lnSpc>
              <a:spcBef>
                <a:spcPts val="0"/>
              </a:spcBef>
              <a:buSzPts val="8000"/>
              <a:buChar char="•"/>
              <a:defRPr sz="8000">
                <a:solidFill>
                  <a:srgbClr val="80BFB7"/>
                </a:solidFill>
                <a:latin typeface="Dosis Light"/>
                <a:ea typeface="Dosis Light"/>
                <a:cs typeface="Dosis Light"/>
                <a:sym typeface="Dosis Light"/>
              </a:defRPr>
            </a:pPr>
          </a:p>
          <a:p>
            <a:pPr marL="228599" indent="-228599" defTabSz="2438400">
              <a:lnSpc>
                <a:spcPct val="150000"/>
              </a:lnSpc>
              <a:spcBef>
                <a:spcPts val="0"/>
              </a:spcBef>
              <a:buSzPts val="5000"/>
              <a:buChar char="•"/>
              <a:defRPr sz="5000">
                <a:solidFill>
                  <a:schemeClr val="accent2">
                    <a:hueOff val="192982"/>
                    <a:satOff val="17755"/>
                    <a:lumOff val="-28483"/>
                  </a:schemeClr>
                </a:solidFill>
                <a:latin typeface="Dosis Light"/>
                <a:ea typeface="Dosis Light"/>
                <a:cs typeface="Dosis Light"/>
                <a:sym typeface="Dosis Light"/>
              </a:defRPr>
            </a:pPr>
            <a:r>
              <a:t>The Corpus Approach is </a:t>
            </a:r>
            <a:r>
              <a:rPr b="1"/>
              <a:t>EMPIRICAL</a:t>
            </a:r>
            <a:r>
              <a:t>, analyzing the actual patterns of language use in natural texts</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8" name="Google Shape;3869;p20"/>
          <p:cNvSpPr txBox="1"/>
          <p:nvPr>
            <p:ph type="title"/>
          </p:nvPr>
        </p:nvSpPr>
        <p:spPr>
          <a:xfrm>
            <a:off x="1556817" y="1022110"/>
            <a:ext cx="13909590" cy="3092803"/>
          </a:xfrm>
          <a:prstGeom prst="rect">
            <a:avLst/>
          </a:prstGeom>
        </p:spPr>
        <p:txBody>
          <a:bodyPr anchor="t"/>
          <a:lstStyle>
            <a:lvl1pPr defTabSz="1731262">
              <a:defRPr sz="9000"/>
            </a:lvl1pPr>
          </a:lstStyle>
          <a:p>
            <a:pPr/>
            <a:r>
              <a:t>What’s corpus linguistics?</a:t>
            </a:r>
          </a:p>
        </p:txBody>
      </p:sp>
      <p:sp>
        <p:nvSpPr>
          <p:cNvPr id="1289" name="The Corpus Approach depends on both quantitative and qualitative analytical techniques."/>
          <p:cNvSpPr txBox="1"/>
          <p:nvPr/>
        </p:nvSpPr>
        <p:spPr>
          <a:xfrm>
            <a:off x="111092" y="4701892"/>
            <a:ext cx="17540634" cy="7306493"/>
          </a:xfrm>
          <a:prstGeom prst="rect">
            <a:avLst/>
          </a:prstGeom>
          <a:ln w="12700">
            <a:miter lim="400000"/>
          </a:ln>
          <a:extLst>
            <a:ext uri="{C572A759-6A51-4108-AA02-DFA0A04FC94B}">
              <ma14:wrappingTextBoxFlag xmlns:ma14="http://schemas.microsoft.com/office/mac/drawingml/2011/main" val="1"/>
            </a:ext>
          </a:extLst>
        </p:spPr>
        <p:txBody>
          <a:bodyPr lIns="243798" tIns="243798" rIns="243798" bIns="243798">
            <a:normAutofit fontScale="100000" lnSpcReduction="0"/>
          </a:bodyPr>
          <a:lstStyle/>
          <a:p>
            <a:pPr defTabSz="2438400">
              <a:lnSpc>
                <a:spcPct val="150000"/>
              </a:lnSpc>
              <a:spcBef>
                <a:spcPts val="0"/>
              </a:spcBef>
              <a:defRPr sz="5000">
                <a:solidFill>
                  <a:srgbClr val="80BFB7"/>
                </a:solidFill>
                <a:latin typeface="Dosis Light"/>
                <a:ea typeface="Dosis Light"/>
                <a:cs typeface="Dosis Light"/>
                <a:sym typeface="Dosis Light"/>
              </a:defRPr>
            </a:pPr>
          </a:p>
          <a:p>
            <a:pPr marL="228599" indent="-228599" defTabSz="2438400">
              <a:lnSpc>
                <a:spcPct val="150000"/>
              </a:lnSpc>
              <a:spcBef>
                <a:spcPts val="0"/>
              </a:spcBef>
              <a:buSzPts val="5000"/>
              <a:buChar char="•"/>
              <a:defRPr sz="5000">
                <a:solidFill>
                  <a:schemeClr val="accent2">
                    <a:hueOff val="192982"/>
                    <a:satOff val="17755"/>
                    <a:lumOff val="-28483"/>
                  </a:schemeClr>
                </a:solidFill>
                <a:latin typeface="Dosis Light"/>
                <a:ea typeface="Dosis Light"/>
                <a:cs typeface="Dosis Light"/>
                <a:sym typeface="Dosis Light"/>
              </a:defRPr>
            </a:pPr>
            <a:r>
              <a:t>The Corpus Approach uses both </a:t>
            </a:r>
            <a:r>
              <a:rPr>
                <a:solidFill>
                  <a:srgbClr val="BD6E5C"/>
                </a:solidFill>
              </a:rPr>
              <a:t>quantitative</a:t>
            </a:r>
            <a:r>
              <a:t> and </a:t>
            </a:r>
            <a:r>
              <a:rPr>
                <a:solidFill>
                  <a:srgbClr val="BD6E5C"/>
                </a:solidFill>
              </a:rPr>
              <a:t>qualitative</a:t>
            </a:r>
            <a:r>
              <a:t> analytical techniques.</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1" name="Google Shape;3869;p20"/>
          <p:cNvSpPr txBox="1"/>
          <p:nvPr>
            <p:ph type="title"/>
          </p:nvPr>
        </p:nvSpPr>
        <p:spPr>
          <a:xfrm>
            <a:off x="4138007" y="1022110"/>
            <a:ext cx="13909589" cy="3092803"/>
          </a:xfrm>
          <a:prstGeom prst="rect">
            <a:avLst/>
          </a:prstGeom>
        </p:spPr>
        <p:txBody>
          <a:bodyPr anchor="t"/>
          <a:lstStyle>
            <a:lvl1pPr defTabSz="1731262">
              <a:defRPr sz="9000"/>
            </a:lvl1pPr>
          </a:lstStyle>
          <a:p>
            <a:pPr/>
            <a:r>
              <a:t>To summarize:</a:t>
            </a:r>
          </a:p>
        </p:txBody>
      </p:sp>
      <p:sp>
        <p:nvSpPr>
          <p:cNvPr id="1292" name="Corpus Linguistics is the study of the language as that language is expressed in its corpus, its body of „real world” text…"/>
          <p:cNvSpPr txBox="1"/>
          <p:nvPr/>
        </p:nvSpPr>
        <p:spPr>
          <a:xfrm>
            <a:off x="111092" y="4701892"/>
            <a:ext cx="17540634" cy="7306493"/>
          </a:xfrm>
          <a:prstGeom prst="rect">
            <a:avLst/>
          </a:prstGeom>
          <a:ln w="12700">
            <a:miter lim="400000"/>
          </a:ln>
          <a:extLst>
            <a:ext uri="{C572A759-6A51-4108-AA02-DFA0A04FC94B}">
              <ma14:wrappingTextBoxFlag xmlns:ma14="http://schemas.microsoft.com/office/mac/drawingml/2011/main" val="1"/>
            </a:ext>
          </a:extLst>
        </p:spPr>
        <p:txBody>
          <a:bodyPr lIns="243798" tIns="243798" rIns="243798" bIns="243798">
            <a:normAutofit fontScale="100000" lnSpcReduction="0"/>
          </a:bodyPr>
          <a:lstStyle/>
          <a:p>
            <a:pPr marL="130300" indent="-130300" defTabSz="1389888">
              <a:lnSpc>
                <a:spcPct val="100000"/>
              </a:lnSpc>
              <a:spcBef>
                <a:spcPts val="0"/>
              </a:spcBef>
              <a:buSzPts val="4500"/>
              <a:buChar char="•"/>
              <a:defRPr sz="4500">
                <a:solidFill>
                  <a:srgbClr val="BD6E5C"/>
                </a:solidFill>
                <a:latin typeface="Dosis Light"/>
                <a:ea typeface="Dosis Light"/>
                <a:cs typeface="Dosis Light"/>
                <a:sym typeface="Dosis Light"/>
              </a:defRPr>
            </a:pPr>
            <a:endParaRPr>
              <a:solidFill>
                <a:schemeClr val="accent2">
                  <a:hueOff val="192982"/>
                  <a:satOff val="17755"/>
                  <a:lumOff val="-28483"/>
                </a:schemeClr>
              </a:solidFill>
            </a:endParaRPr>
          </a:p>
          <a:p>
            <a:pPr marL="130300" indent="-130300" defTabSz="1389888">
              <a:lnSpc>
                <a:spcPct val="150000"/>
              </a:lnSpc>
              <a:spcBef>
                <a:spcPts val="0"/>
              </a:spcBef>
              <a:buSzPts val="4500"/>
              <a:buChar char="•"/>
              <a:defRPr sz="4500">
                <a:solidFill>
                  <a:schemeClr val="accent2">
                    <a:hueOff val="192982"/>
                    <a:satOff val="17755"/>
                    <a:lumOff val="-28483"/>
                  </a:schemeClr>
                </a:solidFill>
                <a:latin typeface="Dosis Light"/>
                <a:ea typeface="Dosis Light"/>
                <a:cs typeface="Dosis Light"/>
                <a:sym typeface="Dosis Light"/>
              </a:defRPr>
            </a:pPr>
            <a:r>
              <a:t>Corpus Linguistics is the study of the language as that language is expressed in a corpus, a body of </a:t>
            </a:r>
            <a:r>
              <a:rPr b="1">
                <a:solidFill>
                  <a:srgbClr val="BD6E5C"/>
                </a:solidFill>
                <a:latin typeface="Menlo Regular"/>
                <a:ea typeface="Menlo Regular"/>
                <a:cs typeface="Menlo Regular"/>
                <a:sym typeface="Menlo Regular"/>
              </a:rPr>
              <a:t>„real-world” texts</a:t>
            </a:r>
            <a:endParaRPr b="1">
              <a:latin typeface="Menlo Regular"/>
              <a:ea typeface="Menlo Regular"/>
              <a:cs typeface="Menlo Regular"/>
              <a:sym typeface="Menlo Regular"/>
            </a:endParaRPr>
          </a:p>
          <a:p>
            <a:pPr defTabSz="1389888">
              <a:lnSpc>
                <a:spcPct val="100000"/>
              </a:lnSpc>
              <a:spcBef>
                <a:spcPts val="0"/>
              </a:spcBef>
              <a:defRPr b="1" sz="4500">
                <a:solidFill>
                  <a:schemeClr val="accent2">
                    <a:hueOff val="192982"/>
                    <a:satOff val="17755"/>
                    <a:lumOff val="-28483"/>
                  </a:schemeClr>
                </a:solidFill>
                <a:latin typeface="Menlo Regular"/>
                <a:ea typeface="Menlo Regular"/>
                <a:cs typeface="Menlo Regular"/>
                <a:sym typeface="Menlo Regular"/>
              </a:defRPr>
            </a:pPr>
          </a:p>
          <a:p>
            <a:pPr defTabSz="1389888">
              <a:lnSpc>
                <a:spcPct val="100000"/>
              </a:lnSpc>
              <a:spcBef>
                <a:spcPts val="0"/>
              </a:spcBef>
              <a:defRPr b="1" sz="4500">
                <a:solidFill>
                  <a:schemeClr val="accent2">
                    <a:hueOff val="192982"/>
                    <a:satOff val="17755"/>
                    <a:lumOff val="-28483"/>
                  </a:schemeClr>
                </a:solidFill>
                <a:latin typeface="Menlo Regular"/>
                <a:ea typeface="Menlo Regular"/>
                <a:cs typeface="Menlo Regular"/>
                <a:sym typeface="Menlo Regular"/>
              </a:defRPr>
            </a:pPr>
          </a:p>
          <a:p>
            <a:pPr marL="130300" indent="-130300" defTabSz="1389888">
              <a:lnSpc>
                <a:spcPct val="170000"/>
              </a:lnSpc>
              <a:spcBef>
                <a:spcPts val="0"/>
              </a:spcBef>
              <a:buSzPts val="4500"/>
              <a:buChar char="•"/>
              <a:defRPr b="1" sz="4500">
                <a:solidFill>
                  <a:srgbClr val="BD6E5C"/>
                </a:solidFill>
                <a:latin typeface="Menlo Regular"/>
                <a:ea typeface="Menlo Regular"/>
                <a:cs typeface="Menlo Regular"/>
                <a:sym typeface="Menlo Regular"/>
              </a:defRPr>
            </a:pPr>
            <a:r>
              <a:t>It brings digital tools and methods to the study of the humanities in a multidisciplinary way.</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4" name="Google Shape;3869;p20"/>
          <p:cNvSpPr txBox="1"/>
          <p:nvPr>
            <p:ph type="title"/>
          </p:nvPr>
        </p:nvSpPr>
        <p:spPr>
          <a:xfrm>
            <a:off x="582344" y="1022110"/>
            <a:ext cx="15986488" cy="3092803"/>
          </a:xfrm>
          <a:prstGeom prst="rect">
            <a:avLst/>
          </a:prstGeom>
        </p:spPr>
        <p:txBody>
          <a:bodyPr anchor="t"/>
          <a:lstStyle>
            <a:lvl1pPr>
              <a:defRPr sz="7500"/>
            </a:lvl1pPr>
          </a:lstStyle>
          <a:p>
            <a:pPr/>
            <a:r>
              <a:t>Advantages of the Corpus Driven Approach</a:t>
            </a:r>
          </a:p>
        </p:txBody>
      </p:sp>
      <p:sp>
        <p:nvSpPr>
          <p:cNvPr id="1295" name="The empirical approach in science is primarily associated with the sciences, which base their research on the observation of phenomena, and the hypotheses made are verified on the basis of experiments.…"/>
          <p:cNvSpPr txBox="1"/>
          <p:nvPr/>
        </p:nvSpPr>
        <p:spPr>
          <a:xfrm>
            <a:off x="266122" y="3793859"/>
            <a:ext cx="17540634" cy="7306493"/>
          </a:xfrm>
          <a:prstGeom prst="rect">
            <a:avLst/>
          </a:prstGeom>
          <a:ln w="12700">
            <a:miter lim="400000"/>
          </a:ln>
          <a:extLst>
            <a:ext uri="{C572A759-6A51-4108-AA02-DFA0A04FC94B}">
              <ma14:wrappingTextBoxFlag xmlns:ma14="http://schemas.microsoft.com/office/mac/drawingml/2011/main" val="1"/>
            </a:ext>
          </a:extLst>
        </p:spPr>
        <p:txBody>
          <a:bodyPr lIns="243798" tIns="243798" rIns="243798" bIns="243798">
            <a:normAutofit fontScale="100000" lnSpcReduction="0"/>
          </a:bodyPr>
          <a:lstStyle/>
          <a:p>
            <a:pPr defTabSz="2048255">
              <a:lnSpc>
                <a:spcPct val="150000"/>
              </a:lnSpc>
              <a:spcBef>
                <a:spcPts val="0"/>
              </a:spcBef>
              <a:defRPr sz="4200">
                <a:solidFill>
                  <a:schemeClr val="accent2">
                    <a:hueOff val="192982"/>
                    <a:satOff val="17755"/>
                    <a:lumOff val="-28483"/>
                  </a:schemeClr>
                </a:solidFill>
                <a:latin typeface="Dosis Light"/>
                <a:ea typeface="Dosis Light"/>
                <a:cs typeface="Dosis Light"/>
                <a:sym typeface="Dosis Light"/>
              </a:defRPr>
            </a:pPr>
          </a:p>
          <a:p>
            <a:pPr marL="192023" indent="-192023" defTabSz="2048255">
              <a:lnSpc>
                <a:spcPct val="150000"/>
              </a:lnSpc>
              <a:spcBef>
                <a:spcPts val="0"/>
              </a:spcBef>
              <a:buSzPts val="4200"/>
              <a:buChar char="•"/>
              <a:defRPr sz="4200">
                <a:solidFill>
                  <a:schemeClr val="accent2">
                    <a:hueOff val="192982"/>
                    <a:satOff val="17755"/>
                    <a:lumOff val="-28483"/>
                  </a:schemeClr>
                </a:solidFill>
                <a:latin typeface="Dosis Light"/>
                <a:ea typeface="Dosis Light"/>
                <a:cs typeface="Dosis Light"/>
                <a:sym typeface="Dosis Light"/>
              </a:defRPr>
            </a:pPr>
            <a:r>
              <a:t>The empirical approach in science is primarily associated with the sciences, which base their research on the observation of phenomena, and verify hypotheses through experiments. </a:t>
            </a:r>
          </a:p>
          <a:p>
            <a:pPr defTabSz="2048255">
              <a:lnSpc>
                <a:spcPct val="150000"/>
              </a:lnSpc>
              <a:spcBef>
                <a:spcPts val="0"/>
              </a:spcBef>
              <a:defRPr sz="4200">
                <a:solidFill>
                  <a:schemeClr val="accent2">
                    <a:hueOff val="192982"/>
                    <a:satOff val="17755"/>
                    <a:lumOff val="-28483"/>
                  </a:schemeClr>
                </a:solidFill>
                <a:latin typeface="Dosis Light"/>
                <a:ea typeface="Dosis Light"/>
                <a:cs typeface="Dosis Light"/>
                <a:sym typeface="Dosis Light"/>
              </a:defRPr>
            </a:pPr>
          </a:p>
          <a:p>
            <a:pPr marL="192023" indent="-192023" defTabSz="2048255">
              <a:lnSpc>
                <a:spcPct val="150000"/>
              </a:lnSpc>
              <a:spcBef>
                <a:spcPts val="0"/>
              </a:spcBef>
              <a:buSzPts val="4200"/>
              <a:buChar char="•"/>
              <a:defRPr sz="4200">
                <a:solidFill>
                  <a:schemeClr val="accent2">
                    <a:hueOff val="192982"/>
                    <a:satOff val="17755"/>
                    <a:lumOff val="-28483"/>
                  </a:schemeClr>
                </a:solidFill>
                <a:latin typeface="Dosis Light"/>
                <a:ea typeface="Dosis Light"/>
                <a:cs typeface="Dosis Light"/>
                <a:sym typeface="Dosis Light"/>
              </a:defRPr>
            </a:pPr>
            <a:r>
              <a:t>Thanks to Corpus Linguistics, this empirical approach is now also possible in Linguistics and other fields that require text analysis.</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7" name="Google Shape;3869;p20"/>
          <p:cNvSpPr txBox="1"/>
          <p:nvPr>
            <p:ph type="title"/>
          </p:nvPr>
        </p:nvSpPr>
        <p:spPr>
          <a:xfrm>
            <a:off x="582344" y="1022110"/>
            <a:ext cx="15986488" cy="3092803"/>
          </a:xfrm>
          <a:prstGeom prst="rect">
            <a:avLst/>
          </a:prstGeom>
        </p:spPr>
        <p:txBody>
          <a:bodyPr anchor="t"/>
          <a:lstStyle>
            <a:lvl1pPr>
              <a:defRPr sz="7500"/>
            </a:lvl1pPr>
          </a:lstStyle>
          <a:p>
            <a:pPr/>
            <a:r>
              <a:t>Advantages of the Corpus-Driven Approach</a:t>
            </a:r>
          </a:p>
        </p:txBody>
      </p:sp>
      <p:sp>
        <p:nvSpPr>
          <p:cNvPr id="1298" name="Allows to obtain objective, repeatable and measurable results,…"/>
          <p:cNvSpPr txBox="1"/>
          <p:nvPr/>
        </p:nvSpPr>
        <p:spPr>
          <a:xfrm>
            <a:off x="155386" y="3246063"/>
            <a:ext cx="17540634" cy="7306493"/>
          </a:xfrm>
          <a:prstGeom prst="rect">
            <a:avLst/>
          </a:prstGeom>
          <a:ln w="12700">
            <a:miter lim="400000"/>
          </a:ln>
          <a:extLst>
            <a:ext uri="{C572A759-6A51-4108-AA02-DFA0A04FC94B}">
              <ma14:wrappingTextBoxFlag xmlns:ma14="http://schemas.microsoft.com/office/mac/drawingml/2011/main" val="1"/>
            </a:ext>
          </a:extLst>
        </p:spPr>
        <p:txBody>
          <a:bodyPr lIns="243798" tIns="243798" rIns="243798" bIns="243798">
            <a:normAutofit fontScale="100000" lnSpcReduction="0"/>
          </a:bodyPr>
          <a:lstStyle/>
          <a:p>
            <a:pPr defTabSz="1755648">
              <a:lnSpc>
                <a:spcPct val="150000"/>
              </a:lnSpc>
              <a:spcBef>
                <a:spcPts val="0"/>
              </a:spcBef>
              <a:defRPr sz="3600">
                <a:solidFill>
                  <a:schemeClr val="accent2">
                    <a:hueOff val="192982"/>
                    <a:satOff val="17755"/>
                    <a:lumOff val="-28483"/>
                  </a:schemeClr>
                </a:solidFill>
                <a:latin typeface="Dosis Light"/>
                <a:ea typeface="Dosis Light"/>
                <a:cs typeface="Dosis Light"/>
                <a:sym typeface="Dosis Light"/>
              </a:defRPr>
            </a:pPr>
          </a:p>
          <a:p>
            <a:pPr marL="164590" indent="-164590" defTabSz="1755648">
              <a:lnSpc>
                <a:spcPct val="150000"/>
              </a:lnSpc>
              <a:spcBef>
                <a:spcPts val="0"/>
              </a:spcBef>
              <a:buSzPts val="3600"/>
              <a:buChar char="•"/>
              <a:defRPr sz="3600">
                <a:solidFill>
                  <a:schemeClr val="accent2">
                    <a:hueOff val="192982"/>
                    <a:satOff val="17755"/>
                    <a:lumOff val="-28483"/>
                  </a:schemeClr>
                </a:solidFill>
                <a:latin typeface="Dosis Light"/>
                <a:ea typeface="Dosis Light"/>
                <a:cs typeface="Dosis Light"/>
                <a:sym typeface="Dosis Light"/>
              </a:defRPr>
            </a:pPr>
            <a:r>
              <a:t>It allows researchers to obtain objective, repeatable, and measurable results.</a:t>
            </a:r>
          </a:p>
          <a:p>
            <a:pPr defTabSz="1755648">
              <a:lnSpc>
                <a:spcPct val="150000"/>
              </a:lnSpc>
              <a:spcBef>
                <a:spcPts val="0"/>
              </a:spcBef>
              <a:defRPr sz="3600">
                <a:solidFill>
                  <a:schemeClr val="accent2">
                    <a:hueOff val="192982"/>
                    <a:satOff val="17755"/>
                    <a:lumOff val="-28483"/>
                  </a:schemeClr>
                </a:solidFill>
                <a:latin typeface="Dosis Light"/>
                <a:ea typeface="Dosis Light"/>
                <a:cs typeface="Dosis Light"/>
                <a:sym typeface="Dosis Light"/>
              </a:defRPr>
            </a:pPr>
          </a:p>
          <a:p>
            <a:pPr marL="164590" indent="-164590" defTabSz="1755648">
              <a:lnSpc>
                <a:spcPct val="150000"/>
              </a:lnSpc>
              <a:spcBef>
                <a:spcPts val="0"/>
              </a:spcBef>
              <a:buSzPts val="3600"/>
              <a:buChar char="•"/>
              <a:defRPr sz="3600">
                <a:solidFill>
                  <a:schemeClr val="accent2">
                    <a:hueOff val="192982"/>
                    <a:satOff val="17755"/>
                    <a:lumOff val="-28483"/>
                  </a:schemeClr>
                </a:solidFill>
                <a:latin typeface="Dosis Light"/>
                <a:ea typeface="Dosis Light"/>
                <a:cs typeface="Dosis Light"/>
                <a:sym typeface="Dosis Light"/>
              </a:defRPr>
            </a:pPr>
            <a:r>
              <a:t>These results are derived from large amounts of data that would otherwise be impossible to process manually.</a:t>
            </a:r>
          </a:p>
          <a:p>
            <a:pPr marL="164590" indent="-164590" defTabSz="1755648">
              <a:lnSpc>
                <a:spcPct val="150000"/>
              </a:lnSpc>
              <a:spcBef>
                <a:spcPts val="0"/>
              </a:spcBef>
              <a:buSzPts val="3600"/>
              <a:buChar char="•"/>
              <a:defRPr sz="3600">
                <a:solidFill>
                  <a:schemeClr val="accent2">
                    <a:hueOff val="192982"/>
                    <a:satOff val="17755"/>
                    <a:lumOff val="-28483"/>
                  </a:schemeClr>
                </a:solidFill>
                <a:latin typeface="Dosis Light"/>
                <a:ea typeface="Dosis Light"/>
                <a:cs typeface="Dosis Light"/>
                <a:sym typeface="Dosis Light"/>
              </a:defRPr>
            </a:pPr>
          </a:p>
          <a:p>
            <a:pPr marL="164590" indent="-164590" defTabSz="1755648">
              <a:lnSpc>
                <a:spcPct val="150000"/>
              </a:lnSpc>
              <a:spcBef>
                <a:spcPts val="0"/>
              </a:spcBef>
              <a:buSzPts val="3600"/>
              <a:buChar char="•"/>
              <a:defRPr sz="3600">
                <a:solidFill>
                  <a:schemeClr val="accent2">
                    <a:hueOff val="192982"/>
                    <a:satOff val="17755"/>
                    <a:lumOff val="-28483"/>
                  </a:schemeClr>
                </a:solidFill>
                <a:latin typeface="Dosis Light"/>
                <a:ea typeface="Dosis Light"/>
                <a:cs typeface="Dosis Light"/>
                <a:sym typeface="Dosis Light"/>
              </a:defRPr>
            </a:pPr>
            <a:r>
              <a:t>It eliminates the need to rely on people intuitions, which may vary considerably and can be affected by subjective bias.</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0" name="Google Shape;3869;p20"/>
          <p:cNvSpPr txBox="1"/>
          <p:nvPr>
            <p:ph type="title"/>
          </p:nvPr>
        </p:nvSpPr>
        <p:spPr>
          <a:xfrm>
            <a:off x="161548" y="202666"/>
            <a:ext cx="12787612" cy="2444480"/>
          </a:xfrm>
          <a:prstGeom prst="rect">
            <a:avLst/>
          </a:prstGeom>
        </p:spPr>
        <p:txBody>
          <a:bodyPr anchor="t"/>
          <a:lstStyle>
            <a:lvl1pPr defTabSz="2414016">
              <a:defRPr sz="12672"/>
            </a:lvl1pPr>
          </a:lstStyle>
          <a:p>
            <a:pPr/>
            <a:r>
              <a:t>But also…</a:t>
            </a:r>
          </a:p>
        </p:txBody>
      </p:sp>
      <p:sp>
        <p:nvSpPr>
          <p:cNvPr id="1301" name="Since a linguistic corpus is a large collection of text and/or spoken utterances, it can be assumed to represent — to some extent — the language and its use patterns;…"/>
          <p:cNvSpPr txBox="1"/>
          <p:nvPr/>
        </p:nvSpPr>
        <p:spPr>
          <a:xfrm>
            <a:off x="111092" y="2170196"/>
            <a:ext cx="17540634" cy="4522875"/>
          </a:xfrm>
          <a:prstGeom prst="rect">
            <a:avLst/>
          </a:prstGeom>
          <a:ln w="12700">
            <a:miter lim="400000"/>
          </a:ln>
          <a:extLst>
            <a:ext uri="{C572A759-6A51-4108-AA02-DFA0A04FC94B}">
              <ma14:wrappingTextBoxFlag xmlns:ma14="http://schemas.microsoft.com/office/mac/drawingml/2011/main" val="1"/>
            </a:ext>
          </a:extLst>
        </p:spPr>
        <p:txBody>
          <a:bodyPr lIns="243798" tIns="243798" rIns="243798" bIns="243798">
            <a:normAutofit fontScale="100000" lnSpcReduction="0"/>
          </a:bodyPr>
          <a:lstStyle/>
          <a:p>
            <a:pPr marL="101634" indent="-101634" algn="just" defTabSz="1084112">
              <a:lnSpc>
                <a:spcPct val="150000"/>
              </a:lnSpc>
              <a:spcBef>
                <a:spcPts val="0"/>
              </a:spcBef>
              <a:buSzPts val="3500"/>
              <a:buChar char="•"/>
              <a:defRPr sz="3509">
                <a:solidFill>
                  <a:schemeClr val="accent2">
                    <a:hueOff val="192982"/>
                    <a:satOff val="17755"/>
                    <a:lumOff val="-28483"/>
                  </a:schemeClr>
                </a:solidFill>
                <a:latin typeface="Dosis Light"/>
                <a:ea typeface="Dosis Light"/>
                <a:cs typeface="Dosis Light"/>
                <a:sym typeface="Dosis Light"/>
              </a:defRPr>
            </a:pPr>
            <a:r>
              <a:t>Since a linguistic corpus is a large collection of texts and/or spoken utterances, it can be assumed to represent — to some extent — the language and its patterns of use;</a:t>
            </a:r>
            <a:br/>
          </a:p>
          <a:p>
            <a:pPr marL="101634" indent="-101634" defTabSz="1084112">
              <a:lnSpc>
                <a:spcPct val="150000"/>
              </a:lnSpc>
              <a:spcBef>
                <a:spcPts val="0"/>
              </a:spcBef>
              <a:buSzPts val="3500"/>
              <a:buChar char="•"/>
              <a:defRPr sz="3509">
                <a:solidFill>
                  <a:schemeClr val="accent2">
                    <a:hueOff val="192982"/>
                    <a:satOff val="17755"/>
                    <a:lumOff val="-28483"/>
                  </a:schemeClr>
                </a:solidFill>
                <a:latin typeface="Dosis Light"/>
                <a:ea typeface="Dosis Light"/>
                <a:cs typeface="Dosis Light"/>
                <a:sym typeface="Dosis Light"/>
              </a:defRPr>
            </a:pPr>
            <a:r>
              <a:t>but also as part of the </a:t>
            </a:r>
            <a:r>
              <a:rPr>
                <a:solidFill>
                  <a:srgbClr val="BD6E5C"/>
                </a:solidFill>
              </a:rPr>
              <a:t>collective knowledge</a:t>
            </a:r>
            <a:r>
              <a:t> and </a:t>
            </a:r>
            <a:r>
              <a:rPr>
                <a:solidFill>
                  <a:srgbClr val="BD6E5C"/>
                </a:solidFill>
              </a:rPr>
              <a:t>stereotypes</a:t>
            </a:r>
            <a:r>
              <a:t> embedded in it, which is fascinating.</a:t>
            </a:r>
          </a:p>
        </p:txBody>
      </p:sp>
      <p:pic>
        <p:nvPicPr>
          <p:cNvPr id="1302" name="obrazek" descr="obrazek"/>
          <p:cNvPicPr>
            <a:picLocks noChangeAspect="1"/>
          </p:cNvPicPr>
          <p:nvPr/>
        </p:nvPicPr>
        <p:blipFill>
          <a:blip r:embed="rId2">
            <a:extLst/>
          </a:blip>
          <a:stretch>
            <a:fillRect/>
          </a:stretch>
        </p:blipFill>
        <p:spPr>
          <a:xfrm>
            <a:off x="2904418" y="6163383"/>
            <a:ext cx="13743692" cy="7238346"/>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4" name="And all that leads us to….…"/>
          <p:cNvSpPr txBox="1"/>
          <p:nvPr/>
        </p:nvSpPr>
        <p:spPr>
          <a:xfrm>
            <a:off x="5502011" y="846034"/>
            <a:ext cx="10622658" cy="282451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gn="ctr" defTabSz="914400">
              <a:lnSpc>
                <a:spcPct val="150000"/>
              </a:lnSpc>
              <a:spcBef>
                <a:spcPts val="0"/>
              </a:spcBef>
              <a:defRPr sz="8000">
                <a:latin typeface="Times New Roman"/>
                <a:ea typeface="Times New Roman"/>
                <a:cs typeface="Times New Roman"/>
                <a:sym typeface="Times New Roman"/>
              </a:defRPr>
            </a:pPr>
            <a:r>
              <a:t>And all that leads us to….</a:t>
            </a:r>
          </a:p>
          <a:p>
            <a:pPr algn="ctr" defTabSz="914400">
              <a:lnSpc>
                <a:spcPct val="150000"/>
              </a:lnSpc>
              <a:spcBef>
                <a:spcPts val="0"/>
              </a:spcBef>
              <a:defRPr b="1" sz="8000">
                <a:latin typeface="Times New Roman"/>
                <a:ea typeface="Times New Roman"/>
                <a:cs typeface="Times New Roman"/>
                <a:sym typeface="Times New Roman"/>
              </a:defRPr>
            </a:pPr>
            <a:r>
              <a:t>Quantitative Linguistics</a:t>
            </a:r>
          </a:p>
        </p:txBody>
      </p:sp>
      <p:pic>
        <p:nvPicPr>
          <p:cNvPr id="1305" name="obrazek" descr="obrazek"/>
          <p:cNvPicPr>
            <a:picLocks noChangeAspect="1"/>
          </p:cNvPicPr>
          <p:nvPr/>
        </p:nvPicPr>
        <p:blipFill>
          <a:blip r:embed="rId2">
            <a:extLst/>
          </a:blip>
          <a:stretch>
            <a:fillRect/>
          </a:stretch>
        </p:blipFill>
        <p:spPr>
          <a:xfrm>
            <a:off x="3293174" y="5596926"/>
            <a:ext cx="13610872" cy="7458969"/>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7" name="Distributional Semantics"/>
          <p:cNvSpPr txBox="1"/>
          <p:nvPr>
            <p:ph type="title"/>
          </p:nvPr>
        </p:nvSpPr>
        <p:spPr>
          <a:xfrm>
            <a:off x="2315571" y="695509"/>
            <a:ext cx="13809100" cy="2853707"/>
          </a:xfrm>
          <a:prstGeom prst="rect">
            <a:avLst/>
          </a:prstGeom>
        </p:spPr>
        <p:txBody>
          <a:bodyPr/>
          <a:lstStyle>
            <a:lvl1pPr algn="ctr" defTabSz="1511808">
              <a:defRPr b="1" sz="8370"/>
            </a:lvl1pPr>
          </a:lstStyle>
          <a:p>
            <a:pPr/>
            <a:r>
              <a:t>How to prepare a corpus?</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9" name="Further Readings:"/>
          <p:cNvSpPr txBox="1"/>
          <p:nvPr>
            <p:ph type="title" idx="4294967295"/>
          </p:nvPr>
        </p:nvSpPr>
        <p:spPr>
          <a:xfrm>
            <a:off x="6080508" y="119683"/>
            <a:ext cx="13286047" cy="1658194"/>
          </a:xfrm>
          <a:prstGeom prst="rect">
            <a:avLst/>
          </a:prstGeom>
        </p:spPr>
        <p:txBody>
          <a:bodyPr lIns="243798" tIns="243798" rIns="243798" bIns="243798"/>
          <a:lstStyle>
            <a:lvl1pPr algn="ctr" defTabSz="2438400">
              <a:lnSpc>
                <a:spcPct val="100000"/>
              </a:lnSpc>
              <a:defRPr spc="0" sz="7000">
                <a:solidFill>
                  <a:srgbClr val="80BFB7"/>
                </a:solidFill>
                <a:latin typeface="Dosis Light"/>
                <a:ea typeface="Dosis Light"/>
                <a:cs typeface="Dosis Light"/>
                <a:sym typeface="Dosis Light"/>
              </a:defRPr>
            </a:lvl1pPr>
          </a:lstStyle>
          <a:p>
            <a:pPr/>
            <a:r>
              <a:t>Further Readings:</a:t>
            </a:r>
          </a:p>
        </p:txBody>
      </p:sp>
      <p:pic>
        <p:nvPicPr>
          <p:cNvPr id="1310" name="Obrazek" descr="Obrazek"/>
          <p:cNvPicPr>
            <a:picLocks noChangeAspect="1"/>
          </p:cNvPicPr>
          <p:nvPr/>
        </p:nvPicPr>
        <p:blipFill>
          <a:blip r:embed="rId2">
            <a:extLst/>
          </a:blip>
          <a:stretch>
            <a:fillRect/>
          </a:stretch>
        </p:blipFill>
        <p:spPr>
          <a:xfrm>
            <a:off x="548719" y="2773349"/>
            <a:ext cx="7035673" cy="10564074"/>
          </a:xfrm>
          <a:prstGeom prst="rect">
            <a:avLst/>
          </a:prstGeom>
          <a:ln w="12700">
            <a:miter lim="400000"/>
          </a:ln>
        </p:spPr>
      </p:pic>
      <p:sp>
        <p:nvSpPr>
          <p:cNvPr id="1311" name="Franco Moretti: Distant Reading"/>
          <p:cNvSpPr txBox="1"/>
          <p:nvPr/>
        </p:nvSpPr>
        <p:spPr>
          <a:xfrm>
            <a:off x="8832231" y="3720182"/>
            <a:ext cx="9056523" cy="82051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rPr b="1"/>
              <a:t>Franco Moretti:</a:t>
            </a:r>
            <a:r>
              <a:t> </a:t>
            </a:r>
            <a:r>
              <a:rPr i="1"/>
              <a:t>Distant Reading</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13" name="Obrazek" descr="Obrazek"/>
          <p:cNvPicPr>
            <a:picLocks noChangeAspect="1"/>
          </p:cNvPicPr>
          <p:nvPr/>
        </p:nvPicPr>
        <p:blipFill>
          <a:blip r:embed="rId2">
            <a:extLst/>
          </a:blip>
          <a:stretch>
            <a:fillRect/>
          </a:stretch>
        </p:blipFill>
        <p:spPr>
          <a:xfrm>
            <a:off x="420193" y="1357273"/>
            <a:ext cx="7715358" cy="12137256"/>
          </a:xfrm>
          <a:prstGeom prst="rect">
            <a:avLst/>
          </a:prstGeom>
          <a:ln w="12700">
            <a:miter lim="400000"/>
          </a:ln>
        </p:spPr>
      </p:pic>
      <p:sp>
        <p:nvSpPr>
          <p:cNvPr id="1314" name="Further Readings:"/>
          <p:cNvSpPr txBox="1"/>
          <p:nvPr>
            <p:ph type="title" idx="4294967295"/>
          </p:nvPr>
        </p:nvSpPr>
        <p:spPr>
          <a:xfrm>
            <a:off x="6080508" y="119683"/>
            <a:ext cx="13286047" cy="1658194"/>
          </a:xfrm>
          <a:prstGeom prst="rect">
            <a:avLst/>
          </a:prstGeom>
        </p:spPr>
        <p:txBody>
          <a:bodyPr lIns="243798" tIns="243798" rIns="243798" bIns="243798"/>
          <a:lstStyle>
            <a:lvl1pPr algn="ctr" defTabSz="2438400">
              <a:lnSpc>
                <a:spcPct val="100000"/>
              </a:lnSpc>
              <a:defRPr spc="0" sz="7000">
                <a:solidFill>
                  <a:srgbClr val="80BFB7"/>
                </a:solidFill>
                <a:latin typeface="Dosis Light"/>
                <a:ea typeface="Dosis Light"/>
                <a:cs typeface="Dosis Light"/>
                <a:sym typeface="Dosis Light"/>
              </a:defRPr>
            </a:lvl1pPr>
          </a:lstStyle>
          <a:p>
            <a:pPr/>
            <a:r>
              <a:t>Further Readings:</a:t>
            </a:r>
          </a:p>
        </p:txBody>
      </p:sp>
      <p:sp>
        <p:nvSpPr>
          <p:cNvPr id="1315" name="Monika Zaśko-Zielińska:…"/>
          <p:cNvSpPr txBox="1"/>
          <p:nvPr/>
        </p:nvSpPr>
        <p:spPr>
          <a:xfrm>
            <a:off x="8632907" y="2554443"/>
            <a:ext cx="8727949" cy="204464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rPr b="1"/>
              <a:t>Monika Zaśko-Zielińska:</a:t>
            </a:r>
            <a:r>
              <a:t> </a:t>
            </a:r>
          </a:p>
          <a:p>
            <a:pPr/>
            <a:r>
              <a:rPr i="1"/>
              <a:t>Small Corpora – Big Challenges</a:t>
            </a:r>
          </a:p>
        </p:txBody>
      </p:sp>
      <p:sp>
        <p:nvSpPr>
          <p:cNvPr id="1316" name="https://www.researchgate.net/publication/396309936_Maly_korpus_-_wielkie_wyzwania_Small_corpora_-_big_challenges"/>
          <p:cNvSpPr txBox="1"/>
          <p:nvPr/>
        </p:nvSpPr>
        <p:spPr>
          <a:xfrm>
            <a:off x="8536359" y="5960295"/>
            <a:ext cx="16718382" cy="117529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u="sng">
                <a:solidFill>
                  <a:schemeClr val="accent1">
                    <a:hueOff val="114395"/>
                    <a:lumOff val="-24975"/>
                  </a:schemeClr>
                </a:solidFill>
                <a:hlinkClick r:id="rId3" invalidUrl="" action="" tgtFrame="" tooltip="" history="1" highlightClick="0" endSnd="0"/>
              </a:defRPr>
            </a:lvl1pPr>
          </a:lstStyle>
          <a:p>
            <a:pPr>
              <a:defRPr u="none"/>
            </a:pPr>
            <a:r>
              <a:rPr u="sng">
                <a:hlinkClick r:id="rId3" invalidUrl="" action="" tgtFrame="" tooltip="" history="1" highlightClick="0" endSnd="0"/>
              </a:rPr>
              <a:t>https://www.researchgate.net/publication/396309936_Maly_korpus_-_wielkie_wyzwania_Small_corpora_-_big_challenges</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